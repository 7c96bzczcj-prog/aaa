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Nestin（NES）在神经系统各类细胞中的表达</a:t>
            </a:r>
            <a:endParaRPr lang="en-US" sz="2500" dirty="0"/>
          </a:p>
        </p:txBody>
      </p:sp>
      <p:pic>
        <p:nvPicPr>
          <p:cNvPr id="3" name="Image 0" descr="/home/user/aaa/results/mda5/figs/fig_nes_cell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04731"/>
            <a:ext cx="11384280" cy="43399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06240" y="616305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CELLxGENE Census · CZI Cell Science Program, et al. Nucleic Acids Res. 2025;53(D1):D886-D900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GSE180759 · Absinta M, et al. Nature. 2021;597(7878):709-714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Nestin（NES）在神经系统各类细胞中的表达</dc:title>
  <dc:subject>PptxGenJS Presentation</dc:subject>
  <dc:creator>PptxGenJS</dc:creator>
  <cp:lastModifiedBy>PptxGenJS</cp:lastModifiedBy>
  <cp:revision>1</cp:revision>
  <dcterms:created xsi:type="dcterms:W3CDTF">2026-09-20T03:47:41Z</dcterms:created>
  <dcterms:modified xsi:type="dcterms:W3CDTF">2026-09-20T03:47:41Z</dcterms:modified>
</cp:coreProperties>
</file>