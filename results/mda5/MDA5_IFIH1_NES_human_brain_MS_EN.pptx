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MDA5 (IFIH1) and Nestin (NES) expression in the human brain and in multiple sclerosis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01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Cell-type-resolved single-nucleus transcriptomic analysis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Which cell types express IFIH1 in the normal human brain, and does this differ between grey and white matter?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How does the cellular distribution of IFIH1 change in MS lesions, and is the change the same in the two regions?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1920240"/>
                <a:gridCol w="1554480"/>
                <a:gridCol w="2011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CELLxGENE Census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18,551,076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Cell-type expression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GSE180759  Absinta 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Subcortical white matter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ctrl + 5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66,432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matter, lesion stages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GSE279180  Lerma-Martin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Subcortical white matter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ctrl + 7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matter, primary cohort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Schirmer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Cortical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ctrl + 12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Macnair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 + subcortical WM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ctrl + 54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632,375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stages, within one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440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Nucleic Acids Res. 2025 Jan 6;53(D1):D886-D900;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Nature. 2021 Sep;597(7878):709-714;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Neurosci. 2024 Dec;27(12):2354-2365;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Nature. 2019 Sep;573(7772):75-82;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Neuron. 2025 Feb 5;113(3):396-410.e9.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IFIH1 expression across human brain cell types</a:t>
            </a:r>
            <a:endParaRPr lang="en-US" sz="2400" dirty="0"/>
          </a:p>
        </p:txBody>
      </p:sp>
      <p:pic>
        <p:nvPicPr>
          <p:cNvPr id="4" name="Image 0" descr="/home/user/aaa/results/mda5/figs_en/fig_q1_cell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99224"/>
            <a:ext cx="11384280" cy="4589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 (NES) expression across CNS cell types</a:t>
            </a:r>
            <a:endParaRPr lang="en-US" sz="2400" dirty="0"/>
          </a:p>
        </p:txBody>
      </p:sp>
      <p:pic>
        <p:nvPicPr>
          <p:cNvPr id="4" name="Image 0" descr="/home/user/aaa/results/mda5/figs_en/fig_nes_cell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5245"/>
            <a:ext cx="11384280" cy="42332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023360" y="6108192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CELLxGENE Census · CZI Cell Science Program, et al. Nucleic Acids Res. 2025;53(D1):D886-D900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GSE180759 · Absinta M, et al. Nature. 2021;597(7878):709-714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brain: no difference between the two anatomical regions</a:t>
            </a:r>
            <a:endParaRPr lang="en-US" sz="2400" dirty="0"/>
          </a:p>
        </p:txBody>
      </p:sp>
      <p:pic>
        <p:nvPicPr>
          <p:cNvPr id="4" name="Image 0" descr="/home/user/aaa/results/mda5/figs_en/fig_q1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118" y="914400"/>
            <a:ext cx="9549005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white matter: more IFIH1-positive oligodendrocytes</a:t>
            </a:r>
            <a:endParaRPr lang="en-US" sz="2400" dirty="0"/>
          </a:p>
        </p:txBody>
      </p:sp>
      <p:pic>
        <p:nvPicPr>
          <p:cNvPr id="4" name="Image 0" descr="/home/user/aaa/results/mda5/figs_en/fig_q2_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46" y="914400"/>
            <a:ext cx="10056547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cortex: no change of comparable magnitude</a:t>
            </a:r>
            <a:endParaRPr lang="en-US" sz="2400" dirty="0"/>
          </a:p>
        </p:txBody>
      </p:sp>
      <p:pic>
        <p:nvPicPr>
          <p:cNvPr id="4" name="Image 0" descr="/home/user/aaa/results/mda5/figs_en/fig_q2_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057" y="914400"/>
            <a:ext cx="8843125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IFIH1 across white-matter nuclei, by lesion stage</a:t>
            </a:r>
            <a:endParaRPr lang="en-US" sz="2400" dirty="0"/>
          </a:p>
        </p:txBody>
      </p:sp>
      <p:pic>
        <p:nvPicPr>
          <p:cNvPr id="4" name="Image 0" descr="/home/user/aaa/results/mda5/figs_en/fig_umap_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2" y="914400"/>
            <a:ext cx="10665336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demyelinating lesion stage against its own control</a:t>
            </a:r>
            <a:endParaRPr lang="en-US" sz="2400" dirty="0"/>
          </a:p>
        </p:txBody>
      </p:sp>
      <p:pic>
        <p:nvPicPr>
          <p:cNvPr id="4" name="Image 0" descr="/home/user/aaa/results/mda5/figs_en/fig_l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40560"/>
            <a:ext cx="11384280" cy="5507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MDA5 (IFIH1) and Nestin (NES) in human brain and multiple sclerosis</dc:title>
  <dc:subject>PptxGenJS Presentation</dc:subject>
  <dc:creator>PptxGenJS</dc:creator>
  <cp:lastModifiedBy>PptxGenJS</cp:lastModifiedBy>
  <cp:revision>1</cp:revision>
  <dcterms:created xsi:type="dcterms:W3CDTF">2026-09-21T05:03:39Z</dcterms:created>
  <dcterms:modified xsi:type="dcterms:W3CDTF">2026-09-21T05:03:39Z</dcterms:modified>
</cp:coreProperties>
</file>