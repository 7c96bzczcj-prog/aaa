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514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MDA5（IFIH1）在人脑与多发性硬化中的表达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CELLxGENE Census · GSE180759 · GSE279180 · GSE118257 · Schirmer 2019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</a:t>
            </a:r>
            <a:endParaRPr lang="en-US" sz="2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1920240"/>
                <a:gridCol w="1737360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CELLxGENE Census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正常人脑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18 551 076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 Absinta 2021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皮层下白质，MRI 分期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MS + 3 对照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66 432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病灶分期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GSE279180  Lerma-Martin 2024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MS + 6 对照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103 794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主力队列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GSE118257  Jäkel 2019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MS + 5 对照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17 799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方向验证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皮层灰质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MS + 9 对照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48 919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灰质与神经元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基线：MDA5 在正常人脑各细胞类型中的分布</a:t>
            </a:r>
            <a:endParaRPr lang="en-US" sz="2700" dirty="0"/>
          </a:p>
        </p:txBody>
      </p:sp>
      <p:pic>
        <p:nvPicPr>
          <p:cNvPr id="4" name="Image 0" descr="/home/user/aaa/results/mda5/figs/fig1_bas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708201"/>
            <a:ext cx="11384280" cy="42005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GSE279180：细胞类型与 IFIH1 按病灶类型的分布</a:t>
            </a:r>
            <a:endParaRPr lang="en-US" sz="2700" dirty="0"/>
          </a:p>
        </p:txBody>
      </p:sp>
      <p:pic>
        <p:nvPicPr>
          <p:cNvPr id="4" name="Image 0" descr="/home/user/aaa/results/mda5/figs/fig0_umap_at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88951"/>
            <a:ext cx="11384280" cy="44390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与正常对照的差异</a:t>
            </a:r>
            <a:endParaRPr lang="en-US" sz="2700" dirty="0"/>
          </a:p>
        </p:txBody>
      </p:sp>
      <p:pic>
        <p:nvPicPr>
          <p:cNvPr id="4" name="Image 0" descr="/home/user/aaa/results/mda5/figs/fig2_ms_vs_ctr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494" y="1143000"/>
            <a:ext cx="10782252" cy="53309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灰质与白质</a:t>
            </a:r>
            <a:endParaRPr lang="en-US" sz="2700" dirty="0"/>
          </a:p>
        </p:txBody>
      </p:sp>
      <p:pic>
        <p:nvPicPr>
          <p:cNvPr id="4" name="Image 0" descr="/home/user/aaa/results/mda5/figs/fig3_gm_vs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285" y="1143000"/>
            <a:ext cx="10862669" cy="53309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病灶分期与小胶质状态</a:t>
            </a:r>
            <a:endParaRPr lang="en-US" sz="2700" dirty="0"/>
          </a:p>
        </p:txBody>
      </p:sp>
      <p:pic>
        <p:nvPicPr>
          <p:cNvPr id="4" name="Image 0" descr="/home/user/aaa/results/mda5/figs/fig4_lesion_s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54812"/>
            <a:ext cx="11384280" cy="49073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</a:t>
            </a:r>
            <a:endParaRPr lang="en-US" sz="2700" dirty="0"/>
          </a:p>
        </p:txBody>
      </p:sp>
      <p:pic>
        <p:nvPicPr>
          <p:cNvPr id="4" name="Image 0" descr="/home/user/aaa/results/mda5/figs/fig5_contr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93419"/>
            <a:ext cx="11384280" cy="48301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与已发表结果的关系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文献状态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少突胶质在白质病灶上调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Lerma-Martin 2024 补充表 6 已报道：CA log2FC +0.905（padj 0.012），CI +1.095（padj 0.005）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同一队列髓系未达显著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与原作者一致，其补充表髓系 padj = 0.116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bulk 白质病灶同向上调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GSE138614 活动病灶 FDR 0.021、慢性活动 FDR 0.007；GSE283092 泡沫样活动病灶 1.79 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RIG-I 不随 MDA5 上升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GSE138614 中 DDX58 与 DHX58 在任何病灶类型均未显著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中的 IFIH1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原文 13 个补充表中未出现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皮层灰质为阴性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 补充表中 IFIH1 低于其检出阈值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MDA5 蛋白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人类 MS 脑组织的免疫组化与蛋白质组测量为零篇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测序深度与疾病状态混杂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114800" y="1325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GSE279180 的 MS 小胶质深度为对照的 3.84 倍；配平后效应量由 4.13 降至 1.64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214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GSE180759 平台完全混杂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114800" y="212140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个斑块周围文库全为 NovaSeq，11 个病灶边缘文库全为 HiSeq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1693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对照脑数量过少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91693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GSE180759 仅 3 个对照脑，可用于髓系检验者 2 个，p 值下限 0.095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1246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灰白质比较跨研究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371246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灰质来自 Schirmer，白质来自另外三项研究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5079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全部为转录本层面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45079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 MS 脑组织无任何 MDA5 蛋白测量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 RNA 未排除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530352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GSE180759 中小胶质与少突胶质的 IFIH1 检出率跨文库相关，Spearman ρ = 0.63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MDA5（IFIH1）在人脑与多发性硬化中的表达</dc:title>
  <dc:subject>PptxGenJS Presentation</dc:subject>
  <dc:creator>PptxGenJS</dc:creator>
  <cp:lastModifiedBy>PptxGenJS</cp:lastModifiedBy>
  <cp:revision>1</cp:revision>
  <dcterms:created xsi:type="dcterms:W3CDTF">2026-09-19T05:32:49Z</dcterms:created>
  <dcterms:modified xsi:type="dcterms:W3CDTF">2026-09-19T05:32:49Z</dcterms:modified>
</cp:coreProperties>
</file>