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本页为封面。全部数据均由原始数据重新计算，未直接引用原文结论。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强调：区室比较跨研究，是最主要的弱点。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是 bulk 纯化细胞，技术上与单核完全独立，用来排除单核测序的低检出偏倚。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用供体作单位，避免同一供体内核之间的伪重复。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灰质小胶质 159 个核，9 个对照供体中只有 2 个达到 20 个核，所以灰质不能验证小胶质结果。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的慢性活动态与病灶边缘态正是 Absinta 2021 描述的驱动病灶扩张的那一群。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是本分析最重要的方法学发现：不做深度配平，小胶质效应会被高估 2.5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少突胶质这一条不是新发现，是独立重现了作者自己的补充表。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前三条是技术性的，后三条是设计性的，都不能靠重新分析消除。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7004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在人脑与多发性硬化中的表达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576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0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四个人类单核转录组队列 · 21 个脑 · 全部深度归一化后重新分析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1500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· GSE279180 · GSE118257 · Schirmer 2019 · CELLxGENE Census（1 851 万个细胞）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用了哪些数据，各能回答什么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每个队列只在它能回答的问题上被使用；不能回答的，明确标注为空白。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201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00400"/>
                <a:gridCol w="1828800"/>
                <a:gridCol w="3520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组织与分区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在本分析中承担的问题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正常人脑，144 个数据集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基线：各细胞类型的表达次序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皮层下白质，MRI 分期病灶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 + 3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白质的病灶分期梯度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皮层下白质，慢性活动/非活动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MS + 6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白质主力队列；小胶质亚型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 + 5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方向一致性（功效不足）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皮层灰质（四个脑区）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MS + 9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灰质；神经元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370832"/>
            <a:ext cx="11201400" cy="1143000"/>
          </a:xfrm>
          <a:prstGeom prst="roundRect">
            <a:avLst>
              <a:gd name="adj" fmla="val 4800"/>
            </a:avLst>
          </a:prstGeom>
          <a:solidFill>
            <a:srgbClr val="FFF4EE"/>
          </a:solidFill>
          <a:ln w="12700">
            <a:solidFill>
              <a:srgbClr val="F7CDB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526280"/>
            <a:ext cx="10652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B454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一个结构性限制：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4A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没有任何一个可公开获取处理后数据的队列同时采了灰质和白质。为此设计的 Macnair 2025（63.2 万个核，54 MS + 26 对照，含灰质与白质病灶）存放于 EGA 受控访问，无法取用。因此灰质与白质的比较是跨研究的，这是本分析最主要的弱点。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供体数为该队列在本分析中实际使用的数量。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基线：MDA5 在正常人脑各细胞类型中的分布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三种彼此独立的技术给出同一次序，从最高到最低约 60 倍。</a:t>
            </a:r>
            <a:endParaRPr lang="en-US" sz="1350" dirty="0"/>
          </a:p>
        </p:txBody>
      </p:sp>
      <p:pic>
        <p:nvPicPr>
          <p:cNvPr id="5" name="Image 0" descr="/home/user/aaa/results/mda5/figs/fig1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15894"/>
            <a:ext cx="11201400" cy="42205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A：CELLxGENE Census 2025-11-08，单核子集。B：人类蛋白图谱单核脑图谱。C：Zhang 2016 免疫纯化细胞 bulk 测序（GSE73721），非单核技术。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与正常对照：哪些细胞类型发生变化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小胶质/巨噬与少突胶质各约上升 2 倍；星形胶质、OPC、内皮不变。</a:t>
            </a:r>
            <a:endParaRPr lang="en-US" sz="1350" dirty="0"/>
          </a:p>
        </p:txBody>
      </p:sp>
      <p:pic>
        <p:nvPicPr>
          <p:cNvPr id="5" name="Image 0" descr="/home/user/aaa/results/mda5/figs/fig2_ms_vs_ct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589" y="1280160"/>
            <a:ext cx="10102063" cy="4892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A：GSE180759 单核分布，纵轴为深度归一化后的 log1p(CP10k)。B：GSE180759 + GSE279180 共 21 个脑，负二项模型，供体为分析单位。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灰质与白质：变化只出现在白质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少突胶质在白质上升、在灰质不动；神经元只有灰质测得到，结果为阴性。</a:t>
            </a:r>
            <a:endParaRPr lang="en-US" sz="1350" dirty="0"/>
          </a:p>
        </p:txBody>
      </p:sp>
      <p:pic>
        <p:nvPicPr>
          <p:cNvPr id="5" name="Image 0" descr="/home/user/aaa/results/mda5/figs/fig3_gm_vs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4262" y="1280160"/>
            <a:ext cx="9658716" cy="4846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A：同一深度配平统计量。灰质少突胶质每组 3 070 个核、神经元 10 134 个核，阴性不是功效不足；灰质小胶质仅 159 个核，无法判定。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白质内部：随病灶分期与小胶质状态递增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0.118 → 病灶核心 0.386；慢性活动态与病灶边缘态小胶质最高。</a:t>
            </a:r>
            <a:endParaRPr lang="en-US" sz="1350" dirty="0"/>
          </a:p>
        </p:txBody>
      </p:sp>
      <p:pic>
        <p:nvPicPr>
          <p:cNvPr id="5" name="Image 0" descr="/home/user/aaa/results/mda5/figs/fig4_lesion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76903"/>
            <a:ext cx="11201400" cy="44985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A：GSE180759 小胶质/巨噬，按 MRI 分区。B、C：GSE279180 小胶质亚型标注为原作者所给。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三项必须先做的对照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深度混杂、深度校正的后果、以及 MDA5 相对 RIG-I 的选择性。</a:t>
            </a:r>
            <a:endParaRPr lang="en-US" sz="1350" dirty="0"/>
          </a:p>
        </p:txBody>
      </p:sp>
      <p:pic>
        <p:nvPicPr>
          <p:cNvPr id="5" name="Image 0" descr="/home/user/aaa/results/mda5/figs/fig5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93527"/>
            <a:ext cx="11201400" cy="46653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A、B：GSE279180。C：三个彼此独立的设定。GSE138614 为 73 个 MS 白质区对 25 个对照白质区的 bulk 测序。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051560" y="237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749808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哪些是重现别人已报道的，哪些是这批数据里原本没有人写过的。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44752"/>
          <a:ext cx="112014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818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本分析中的结果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文献中的状态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已报道。Lerma-Martin 2024 补充表 6：慢性活动 log2FC +0.905（padj 0.012），慢性非活动 +1.095（padj 0.005）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同一队列中髓系未达显著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与原作者一致。其补充表中髓系 padj = 0.116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已报道。GSE138614 活动病灶 FDR 0.021、慢性活动 FDR 0.007；GSE283092 泡沫样活动病灶 1.79 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RIG-I 不随 MDA5 上升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已报道。GSE138614 中 DDX58 与 DHX58 在任何病灶类型均未显著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个补充表中从未出现，本次为该数据集的原创测量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皮层灰质为阴性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脑组织的免疫组化、蛋白质组测量为零篇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82512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文献核查覆盖 8 个方向共 145 条论断，全部经对抗式复核：84 条确认、57 条判定为夸大、3 条被推翻。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读这批数据时必须同时记住的六条限制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68680" y="1508760"/>
            <a:ext cx="274320" cy="274320"/>
          </a:xfrm>
          <a:prstGeom prst="ellipse">
            <a:avLst/>
          </a:prstGeom>
          <a:solidFill>
            <a:srgbClr val="E05A4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测序深度与疾病状态混杂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463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的 MS 小胶质深度是对照的 3.84 倍。不配平，效应量从 1.64 被高估到 4.13。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258568"/>
            <a:ext cx="274320" cy="274320"/>
          </a:xfrm>
          <a:prstGeom prst="ellipse">
            <a:avLst/>
          </a:prstGeom>
          <a:solidFill>
            <a:srgbClr val="E05A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2231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存在平台完全混杂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1284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个斑块周围文库全部是 NovaSeq，11 个病灶边缘文库全部是 HiSeq，二者不可直接比较。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3008376"/>
            <a:ext cx="274320" cy="274320"/>
          </a:xfrm>
          <a:prstGeom prst="ellipse">
            <a:avLst/>
          </a:prstGeom>
          <a:solidFill>
            <a:srgbClr val="E05A4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9809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对照脑数量过少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96265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只有 3 个对照脑，其中可用于髓系检验的只有 2 个，其 p 值不可能低于 0.095。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" y="3758184"/>
            <a:ext cx="274320" cy="274320"/>
          </a:xfrm>
          <a:prstGeom prst="ellipse">
            <a:avLst/>
          </a:prstGeom>
          <a:solidFill>
            <a:srgbClr val="3D6FB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373075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灰白质比较跨研究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71246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灰质来自 Schirmer，白质来自另外三项研究，区室差异与研究批次无法分离。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" y="4507992"/>
            <a:ext cx="274320" cy="274320"/>
          </a:xfrm>
          <a:prstGeom prst="ellipse">
            <a:avLst/>
          </a:prstGeom>
          <a:solidFill>
            <a:srgbClr val="3D6FB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4622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脑组织没有任何 MDA5 蛋白测量；正常脑的抗体数据反而指向神经元而非胶质。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" y="5257800"/>
            <a:ext cx="274320" cy="274320"/>
          </a:xfrm>
          <a:prstGeom prst="ellipse">
            <a:avLst/>
          </a:prstGeom>
          <a:solidFill>
            <a:srgbClr val="3D6FB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2303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未排除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521208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6C4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中小胶质与少突胶质的 IFIH1 检出率跨文库相关（Spearman ρ=0.63）。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MDA5 analysis</dc:creator>
  <cp:lastModifiedBy>MDA5 analysis</cp:lastModifiedBy>
  <cp:revision>1</cp:revision>
  <dcterms:created xsi:type="dcterms:W3CDTF">2026-09-19T05:15:55Z</dcterms:created>
  <dcterms:modified xsi:type="dcterms:W3CDTF">2026-09-19T05:15:55Z</dcterms:modified>
</cp:coreProperties>
</file>