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8716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MDA5（IFIH1）在人脑与多发性硬化中的表达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284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全篇测量同一个量：IFIH1 的表达。细胞类型、灰质与白质、正常与 MS，只是分格的三条轴。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两个问题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692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正常人脑中 IFIH1 由哪些细胞表达？灰质与白质是否不同？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264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MS 中 IFIH1 的分布如何改变？灰质与白质的改变是否相同？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83664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第一问的区域对比跨研究，需要批次对照；第二问的「改变」在各研究内部相减，批次自行抵消。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95728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2103120"/>
                <a:gridCol w="1554480"/>
                <a:gridCol w="23774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区室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CELLxGENE Census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18 551 076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问题一：细胞类型次序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 Absinta 2021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对照 + 5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66 432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白质基线与改变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GSE279180  Lerma-Martin 2024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对照 + 7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103 780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白质基线与改变（主力）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皮层灰质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对照 + 12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48 919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灰质基线与改变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GSE118257  Jäkel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对照 + 4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17 799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白质验证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问题一：IFIH1 由哪些细胞表达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863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正常脑内 IFIH1 最高的是内皮，其次小胶质；神经元最低。左为 783 位供体的伪整体排序，右为白质单核层面的检出。</a:t>
            </a:r>
            <a:endParaRPr lang="en-US" sz="1350" dirty="0"/>
          </a:p>
        </p:txBody>
      </p:sp>
      <p:pic>
        <p:nvPicPr>
          <p:cNvPr id="5" name="Image 0" descr="/home/user/aaa/results/mda5/figs/fig_q1_cell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89179"/>
            <a:ext cx="11384280" cy="468431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问题一：正常人的灰质与白质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863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只取对照供体。星形胶质在白质高于灰质，其余细胞类型无差别；小胶质与内皮因灰质对照供体不足而无法判定。</a:t>
            </a:r>
            <a:endParaRPr lang="en-US" sz="1350" dirty="0"/>
          </a:p>
        </p:txBody>
      </p:sp>
      <p:pic>
        <p:nvPicPr>
          <p:cNvPr id="5" name="Image 0" descr="/home/user/aaa/results/mda5/figs/fig_q1_reg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741" y="1188720"/>
            <a:ext cx="10327758" cy="52852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页的批次对照：把跨研究偏移扣掉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863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偏移同等作用于所有基因，故全基因组 log2（白质/灰质）的中位即偏移量。扣掉它之后，只有星形胶质在两个白质队列中都高于中位。</a:t>
            </a:r>
            <a:endParaRPr lang="en-US" sz="1350" dirty="0"/>
          </a:p>
        </p:txBody>
      </p:sp>
      <p:pic>
        <p:nvPicPr>
          <p:cNvPr id="5" name="Image 0" descr="/home/user/aaa/results/mda5/figs/figB_n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887" y="1316736"/>
            <a:ext cx="10599466" cy="51572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问题二：白质中，MS 相对对照的改变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863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两个白质队列分开计算，每点一位供体。少突胶质在两队列同向升高，但区间不跨零的只有 GSE279180。</a:t>
            </a:r>
            <a:endParaRPr lang="en-US" sz="1350" dirty="0"/>
          </a:p>
        </p:txBody>
      </p:sp>
      <p:pic>
        <p:nvPicPr>
          <p:cNvPr id="5" name="Image 0" descr="/home/user/aaa/results/mda5/figs/fig_q2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820" y="1188720"/>
            <a:ext cx="10463599" cy="52852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问题二：灰质中，MS 相对对照的改变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863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皮层，Schirmer 队列。少突胶质与星形胶质的区间跨零。OPC 区间不跨零，但对照中位贴近零，倍数变化在此不稳。</a:t>
            </a:r>
            <a:endParaRPr lang="en-US" sz="1350" dirty="0"/>
          </a:p>
        </p:txBody>
      </p:sp>
      <p:pic>
        <p:nvPicPr>
          <p:cNvPr id="5" name="Image 0" descr="/home/user/aaa/results/mda5/figs/fig_q2_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1719" y="1188720"/>
            <a:ext cx="9083803" cy="52852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问题二：两个区室的改变是否相同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863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画的是自助 95% 区间，不是显著性星号。区间跨零意味着判不出，而不是两侧相同。</a:t>
            </a:r>
            <a:endParaRPr lang="en-US" sz="1350" dirty="0"/>
          </a:p>
        </p:txBody>
      </p:sp>
      <p:pic>
        <p:nvPicPr>
          <p:cNvPr id="5" name="Image 0" descr="/home/user/aaa/results/mda5/figs/fig_q2_intera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46742"/>
            <a:ext cx="11384280" cy="516918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白质内部：细胞图谱与病灶分期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863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GSE180759，66 432 个核，已按文库做 Harmony 整合。对照白质几乎不表达，慢性活动边缘在小胶质与少突胶质上点亮。</a:t>
            </a:r>
            <a:endParaRPr lang="en-US" sz="1350" dirty="0"/>
          </a:p>
        </p:txBody>
      </p:sp>
      <p:pic>
        <p:nvPicPr>
          <p:cNvPr id="5" name="Image 0" descr="/home/user/aaa/results/mda5/figs/fig_umap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951" y="1188720"/>
            <a:ext cx="11353339" cy="52852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与已发表结果的关系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15568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本次结果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文献状态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少突胶质在白质病灶上调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Lerma-Martin 2024 补充表 6 已报道：CA log2FC +0.905（padj 0.012），CI +1.095（padj 0.005）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同一队列髓系未达显著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与原作者一致，其补充表髓系 padj = 0.116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bulk 白质病灶同向上调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GSE138614 活动病灶 FDR 0.021、慢性活动 FDR 0.007；GSE283092 泡沫样活动病灶 1.79 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皮层灰质的 IFIH1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 补充表中 IFIH1 低于其检出阈值，本次为原创测量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中的 IFIH1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原文 13 个补充表中未出现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灰质与白质改变的直接对比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未见任何已发表研究做过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MDA5 蛋白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人类 MS 脑组织的免疫组化与蛋白质组测量为零篇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155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交互项全部跨零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4251960" y="111556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现有供体数判不出灰白质的改变是否不同。这是功效不足，不是「两侧相同」。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47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白质结论主要由一个队列承担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4251960" y="184708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GSE279180 十三位供体，留一法 +1.16 到 +1.41；GSE180759 仅三位对照，去掉一位即从 +1.09 降到 +0.25。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5786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灰质对照几乎没采到小胶质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257860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Schirmer 九位对照中七位的小胶质核数不超过 11 个，故小胶质的交互项无法计算。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3101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OPC 的灰质结果不稳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331012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对照中位仅 0.002 CP10k，倍数变化对伪计数敏感；置换检验与自助区间在此结论相反。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416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灰质与白质来自不同研究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404164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影响第一问的区域对比，已用全基因组分布作对照；不影响第二问的研究内相减。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7731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GSE180759 存在文库批次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251960" y="477316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文库 18 单独形成少突胶质孤岛，其检出率为其余少突胶质的三倍；图谱已做 Harmony 整合。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5046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全部为转录本层面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550468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 MS 脑组织无任何 MDA5 蛋白测量。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MDA5（IFIH1）在人脑与多发性硬化中的表达</dc:title>
  <dc:subject>PptxGenJS Presentation</dc:subject>
  <dc:creator>PptxGenJS</dc:creator>
  <cp:lastModifiedBy>PptxGenJS</cp:lastModifiedBy>
  <cp:revision>1</cp:revision>
  <dcterms:created xsi:type="dcterms:W3CDTF">2026-09-19T06:49:05Z</dcterms:created>
  <dcterms:modified xsi:type="dcterms:W3CDTF">2026-09-19T06:49:05Z</dcterms:modified>
</cp:coreProperties>
</file>