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4688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MDA5（IFIH1）在人脑与多发性硬化中的表达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31012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正常与 MS ｜ 灰质与白质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1089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两个问题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15568"/>
            <a:ext cx="10972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　正常人脑中 MDA5 由哪些细胞表达？灰质与白质是否不同？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45920"/>
            <a:ext cx="10972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　MS 中这一分布如何改变？灰质与白质的改变是否相同？</a:t>
            </a:r>
            <a:endParaRPr lang="en-US" sz="1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87168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743200"/>
                <a:gridCol w="1920240"/>
                <a:gridCol w="1737360"/>
                <a:gridCol w="137160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区室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承担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CELLxGENE Census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正常脑（灰质区域）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783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18 551 076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细胞类型次序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GSE180759  Absinta 2021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皮层下白质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MS + 3 对照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66 432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 · 病灶分期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GSE279180  Lerma-Martin 2024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皮层下白质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 MS + 6 对照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103 794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 · 主力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GSE118257  Jäkel 2019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MS + 5 对照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17 799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 · 验证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Schirmer 2019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皮层灰质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 MS + 9 对照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48 919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灰质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1089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问题一：哪些细胞表达 MDA5</a:t>
            </a:r>
            <a:endParaRPr lang="en-US" sz="2600" dirty="0"/>
          </a:p>
        </p:txBody>
      </p:sp>
      <p:pic>
        <p:nvPicPr>
          <p:cNvPr id="4" name="Image 0" descr="/home/user/aaa/results/mda5/figs/fig1_bas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694485"/>
            <a:ext cx="11384280" cy="42005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1089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问题一与二：灰质与白质，先看正常人，再看病人</a:t>
            </a:r>
            <a:endParaRPr lang="en-US" sz="2600" dirty="0"/>
          </a:p>
        </p:txBody>
      </p:sp>
      <p:pic>
        <p:nvPicPr>
          <p:cNvPr id="4" name="Image 0" descr="/home/user/aaa/results/mda5/figs/figA_2x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035" y="1115568"/>
            <a:ext cx="9819171" cy="535838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1089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同一批数据的另一种读法：MS 相对对照，分区室</a:t>
            </a:r>
            <a:endParaRPr lang="en-US" sz="2600" dirty="0"/>
          </a:p>
        </p:txBody>
      </p:sp>
      <p:pic>
        <p:nvPicPr>
          <p:cNvPr id="4" name="Image 0" descr="/home/user/aaa/results/mda5/figs/fig3_gm_vs_w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0983" y="1115568"/>
            <a:ext cx="8645274" cy="535838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1089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白质中 IFIH1 的细胞分布</a:t>
            </a:r>
            <a:endParaRPr lang="en-US" sz="2600" dirty="0"/>
          </a:p>
        </p:txBody>
      </p:sp>
      <p:pic>
        <p:nvPicPr>
          <p:cNvPr id="4" name="Image 0" descr="/home/user/aaa/results/mda5/figs/fig0_umap_at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575235"/>
            <a:ext cx="11384280" cy="44390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1089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白质内部：病灶分期与小胶质状态</a:t>
            </a:r>
            <a:endParaRPr lang="en-US" sz="2600" dirty="0"/>
          </a:p>
        </p:txBody>
      </p:sp>
      <p:pic>
        <p:nvPicPr>
          <p:cNvPr id="4" name="Image 0" descr="/home/user/aaa/results/mda5/figs/fig4_lesion_st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341096"/>
            <a:ext cx="11384280" cy="49073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1089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</a:t>
            </a:r>
            <a:endParaRPr lang="en-US" sz="2600" dirty="0"/>
          </a:p>
        </p:txBody>
      </p:sp>
      <p:pic>
        <p:nvPicPr>
          <p:cNvPr id="4" name="Image 0" descr="/home/user/aaa/results/mda5/figs/fig5_contro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379703"/>
            <a:ext cx="11384280" cy="48301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1089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与已发表结果的关系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724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文献状态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少突胶质在白质病灶上调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Lerma-Martin 2024 补充表 6 已报道：CA log2FC +0.905（padj 0.012），CI +1.095（padj 0.005）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同一队列髓系未达显著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与原作者一致，其补充表髓系 padj = 0.116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bulk 白质病灶同向上调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GSE138614 活动病灶 FDR 0.021、慢性活动 FDR 0.007；GSE283092 泡沫样活动病灶 1.79 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皮层灰质为阴性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Schirmer 2019 补充表中 IFIH1 低于其检出阈值，本次为原创测量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GSE180759 中的 IFIH1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原文 13 个补充表中未出现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灰质与白质的直接对比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未见任何已发表研究做过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MDA5 蛋白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人类 MS 脑组织的免疫组化与蛋白质组测量为零篇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1089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灰质与白质来自不同研究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1298448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无任何公开队列同时含两者；Macnair 2025 有，但在 EGA 受控访问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正常灰质的小胶质仅 2 个供体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21031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因此“正常时两区室无差别”这一条在小胶质上无法判定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077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两个白质队列存在系统偏移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907792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GSE180759 的绝对值约为 GSE279180 的一半，方向一致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71246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测序深度与疾病状态混杂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3712464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GSE279180 的 MS 小胶质深度为对照的 3.84 倍，已全程深度归一化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51713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GSE180759 平台完全混杂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4517136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个斑块周围文库全为 NovaSeq，11 个病灶边缘文库全为 HiSeq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32180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全部为转录本层面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5321808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人类 MS 脑组织无任何 MDA5 蛋白测量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MDA5（IFIH1）在人脑与多发性硬化中的表达</dc:title>
  <dc:subject>PptxGenJS Presentation</dc:subject>
  <dc:creator>PptxGenJS</dc:creator>
  <cp:lastModifiedBy>PptxGenJS</cp:lastModifiedBy>
  <cp:revision>1</cp:revision>
  <dcterms:created xsi:type="dcterms:W3CDTF">2026-09-19T06:06:11Z</dcterms:created>
  <dcterms:modified xsi:type="dcterms:W3CDTF">2026-09-19T06:06:11Z</dcterms:modified>
</cp:coreProperties>
</file>