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011680"/>
                <a:gridCol w="1463040"/>
                <a:gridCol w="173736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Macnair 2025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 + 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对照 + 54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632 375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病灶分期，同一研究内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677" y="960120"/>
            <a:ext cx="10157885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981" y="960120"/>
            <a:ext cx="10465278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529" y="960120"/>
            <a:ext cx="8998183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按脱髓鞘病灶分期，每一期与对照比较</a:t>
            </a:r>
            <a:endParaRPr lang="en-US" sz="2500" dirty="0"/>
          </a:p>
        </p:txBody>
      </p:sp>
      <p:pic>
        <p:nvPicPr>
          <p:cNvPr id="4" name="Image 0" descr="/home/user/aaa/results/mda5/figs/fig_l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975" y="960120"/>
            <a:ext cx="10843290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2026-09-19T07:57:15Z</dcterms:created>
  <dcterms:modified xsi:type="dcterms:W3CDTF">2026-09-19T07:57:15Z</dcterms:modified>
</cp:coreProperties>
</file>