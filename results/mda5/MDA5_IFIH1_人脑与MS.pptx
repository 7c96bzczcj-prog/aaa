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011680"/>
                <a:gridCol w="1463040"/>
                <a:gridCol w="173736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Macnair 2025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 + 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对照 + 54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632 375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病灶分期，同一研究内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8793"/>
            <a:ext cx="11384280" cy="4596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895" y="960120"/>
            <a:ext cx="947545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92" y="960120"/>
            <a:ext cx="9979056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080" y="960120"/>
            <a:ext cx="8775080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在白质单核中的分布，按病灶分期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06" y="960120"/>
            <a:ext cx="10577628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按脱髓鞘病灶分期，每一期与对照比较</a:t>
            </a:r>
            <a:endParaRPr lang="en-US" sz="2500" dirty="0"/>
          </a:p>
        </p:txBody>
      </p:sp>
      <p:pic>
        <p:nvPicPr>
          <p:cNvPr id="4" name="Image 0" descr="/home/user/aaa/results/mda5/figs/fig_l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546" y="960120"/>
            <a:ext cx="11384147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2026-09-20T03:39:51Z</dcterms:created>
  <dcterms:modified xsi:type="dcterms:W3CDTF">2026-09-20T03:39:51Z</dcterms:modified>
</cp:coreProperties>
</file>