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1920240"/>
                <a:gridCol w="146304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792"/>
            <a:ext cx="11384280" cy="4312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895" y="960120"/>
            <a:ext cx="1052344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10" y="960120"/>
            <a:ext cx="1090662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400" y="960120"/>
            <a:ext cx="931843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两个区域变化幅度之差</a:t>
            </a:r>
            <a:endParaRPr lang="en-US" sz="2500" dirty="0"/>
          </a:p>
        </p:txBody>
      </p:sp>
      <p:pic>
        <p:nvPicPr>
          <p:cNvPr id="4" name="Image 0" descr="/home/user/aaa/results/mda5/figs/fig_q2_intera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13819"/>
            <a:ext cx="11384280" cy="50064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皮层标本含皮层下白质，MS 取材更深</a:t>
            </a:r>
            <a:endParaRPr lang="en-US" sz="2500" dirty="0"/>
          </a:p>
        </p:txBody>
      </p:sp>
      <p:pic>
        <p:nvPicPr>
          <p:cNvPr id="4" name="Image 0" descr="/home/user/aaa/results/mda5/figs/fig_conf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34" y="960120"/>
            <a:ext cx="10775572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白质单核图谱与脱髓鞘病灶分期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67989"/>
            <a:ext cx="11384280" cy="52980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2026-09-19T07:38:37Z</dcterms:created>
  <dcterms:modified xsi:type="dcterms:W3CDTF">2026-09-19T07:38:37Z</dcterms:modified>
</cp:coreProperties>
</file>