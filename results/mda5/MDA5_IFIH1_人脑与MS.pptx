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48716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MDA5（IFIH1）在人脑与多发性硬化中的表达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28416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单核转录组水平的细胞类型特异性分析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两个问题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692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　正常人脑中 IFIH1 由哪些细胞类型表达？两个解剖区域是否不同？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264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MS 病变中 IFIH1 的细胞分布如何改变？两个区域的改变是否相同？</a:t>
            </a:r>
            <a:endParaRPr lang="en-US" sz="1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834640"/>
                <a:gridCol w="1920240"/>
                <a:gridCol w="1463040"/>
                <a:gridCol w="182880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区室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承担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CELLxGENE Census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正常脑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18 551 076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细胞类型表达谱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GSE180759  Absinta 2021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对照 + 5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66 432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白质，含病灶分期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GSE279180  Lerma-Martin 2024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对照 + 7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103 780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白质，主队列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Schirmer 2019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皮层标本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对照 + 12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48 919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GSE118257  Jäkel 2019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对照 + 4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17 799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白质，验证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IFIH1 在人脑各类细胞中的表达</a:t>
            </a:r>
            <a:endParaRPr lang="en-US" sz="2500" dirty="0"/>
          </a:p>
        </p:txBody>
      </p:sp>
      <p:pic>
        <p:nvPicPr>
          <p:cNvPr id="4" name="Image 0" descr="/home/user/aaa/results/mda5/figs/fig_q1_cellty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560792"/>
            <a:ext cx="11384280" cy="43124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正常脑：两个解剖区域无差异</a:t>
            </a:r>
            <a:endParaRPr lang="en-US" sz="2500" dirty="0"/>
          </a:p>
        </p:txBody>
      </p:sp>
      <p:pic>
        <p:nvPicPr>
          <p:cNvPr id="4" name="Image 0" descr="/home/user/aaa/results/mda5/figs/fig_q1_reg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895" y="960120"/>
            <a:ext cx="10523449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 白质：少突胶质细胞 IFIH1 阳性率升高</a:t>
            </a:r>
            <a:endParaRPr lang="en-US" sz="2500" dirty="0"/>
          </a:p>
        </p:txBody>
      </p:sp>
      <p:pic>
        <p:nvPicPr>
          <p:cNvPr id="4" name="Image 0" descr="/home/user/aaa/results/mda5/figs/fig_q2_w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310" y="960120"/>
            <a:ext cx="10906621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 皮层：未见同等幅度的变化</a:t>
            </a:r>
            <a:endParaRPr lang="en-US" sz="2500" dirty="0"/>
          </a:p>
        </p:txBody>
      </p:sp>
      <p:pic>
        <p:nvPicPr>
          <p:cNvPr id="4" name="Image 0" descr="/home/user/aaa/results/mda5/figs/fig_q2_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4400" y="960120"/>
            <a:ext cx="9318439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两个区域变化幅度之差</a:t>
            </a:r>
            <a:endParaRPr lang="en-US" sz="2500" dirty="0"/>
          </a:p>
        </p:txBody>
      </p:sp>
      <p:pic>
        <p:nvPicPr>
          <p:cNvPr id="4" name="Image 0" descr="/home/user/aaa/results/mda5/figs/fig_q2_intera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13819"/>
            <a:ext cx="11384280" cy="500643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皮层标本含皮层下白质，MS 取材更深</a:t>
            </a:r>
            <a:endParaRPr lang="en-US" sz="2500" dirty="0"/>
          </a:p>
        </p:txBody>
      </p:sp>
      <p:pic>
        <p:nvPicPr>
          <p:cNvPr id="4" name="Image 0" descr="/home/user/aaa/results/mda5/figs/fig_conf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834" y="960120"/>
            <a:ext cx="10775572" cy="55138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MDA5（IFIH1）在人脑与多发性硬化中的表达</dc:title>
  <dc:subject>PptxGenJS Presentation</dc:subject>
  <dc:creator>PptxGenJS</dc:creator>
  <cp:lastModifiedBy>PptxGenJS</cp:lastModifiedBy>
  <cp:revision>1</cp:revision>
  <dcterms:created xsi:type="dcterms:W3CDTF">2026-09-19T07:41:31Z</dcterms:created>
  <dcterms:modified xsi:type="dcterms:W3CDTF">2026-09-19T07:41:31Z</dcterms:modified>
</cp:coreProperties>
</file>