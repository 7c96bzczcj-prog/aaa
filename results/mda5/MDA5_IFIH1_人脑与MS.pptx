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2487168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MDA5（IFIH1）在人脑与多发性硬化中的表达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3328416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6E6E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单核转录组水平的细胞类型特异性分析</a:t>
            </a:r>
            <a:endParaRPr lang="en-US" sz="1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3000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74320"/>
            <a:ext cx="11064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两个问题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969264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　正常人脑中 IFIH1 由哪些细胞类型表达？两个解剖区域是否不同？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426464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　MS 病变中 IFIH1 的细胞分布如何改变？两个区域的改变是否相同？</a:t>
            </a:r>
            <a:endParaRPr lang="en-US" sz="17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011680"/>
          <a:ext cx="1106424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2834640"/>
                <a:gridCol w="1920240"/>
                <a:gridCol w="1463040"/>
                <a:gridCol w="1828800"/>
              </a:tblGrid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队列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区室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供体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核数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承担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CELLxGENE Census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正常脑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783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18 551 076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细胞类型表达谱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GSE180759  Absinta 2021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皮层下白质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 对照 + 5 MS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66 432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白质，含病灶分期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GSE279180  Lerma-Martin 2024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皮层下白质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 对照 + 7 MS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103 780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白质，主队列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Schirmer 2019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皮层标本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 对照 + 12 MS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48 919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皮层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GSE118257  Jäkel 2019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白质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 对照 + 4 MS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17 799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白质，验证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3000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74320"/>
            <a:ext cx="11064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IFIH1 在人脑各类细胞中的表达</a:t>
            </a:r>
            <a:endParaRPr lang="en-US" sz="2500" dirty="0"/>
          </a:p>
        </p:txBody>
      </p:sp>
      <p:pic>
        <p:nvPicPr>
          <p:cNvPr id="4" name="Image 0" descr="/home/user/aaa/results/mda5/figs/fig_q1_celltyp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560792"/>
            <a:ext cx="11384280" cy="431248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3000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74320"/>
            <a:ext cx="11064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正常脑：两个解剖区域无差异</a:t>
            </a:r>
            <a:endParaRPr lang="en-US" sz="2500" dirty="0"/>
          </a:p>
        </p:txBody>
      </p:sp>
      <p:pic>
        <p:nvPicPr>
          <p:cNvPr id="4" name="Image 0" descr="/home/user/aaa/results/mda5/figs/fig_q1_reg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4677" y="960120"/>
            <a:ext cx="10157885" cy="551383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3000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74320"/>
            <a:ext cx="11064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MS 白质：少突胶质细胞 IFIH1 阳性率升高</a:t>
            </a:r>
            <a:endParaRPr lang="en-US" sz="2500" dirty="0"/>
          </a:p>
        </p:txBody>
      </p:sp>
      <p:pic>
        <p:nvPicPr>
          <p:cNvPr id="4" name="Image 0" descr="/home/user/aaa/results/mda5/figs/fig_q2_w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0981" y="960120"/>
            <a:ext cx="10465278" cy="551383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3000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74320"/>
            <a:ext cx="11064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MS 皮层：未见同等幅度的变化</a:t>
            </a:r>
            <a:endParaRPr lang="en-US" sz="2500" dirty="0"/>
          </a:p>
        </p:txBody>
      </p:sp>
      <p:pic>
        <p:nvPicPr>
          <p:cNvPr id="4" name="Image 0" descr="/home/user/aaa/results/mda5/figs/fig_q2_g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04529" y="960120"/>
            <a:ext cx="8998183" cy="551383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3000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74320"/>
            <a:ext cx="11064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白质单核图谱与脱髓鞘病灶分期</a:t>
            </a:r>
            <a:endParaRPr lang="en-US" sz="2500" dirty="0"/>
          </a:p>
        </p:txBody>
      </p:sp>
      <p:pic>
        <p:nvPicPr>
          <p:cNvPr id="4" name="Image 0" descr="/home/user/aaa/results/mda5/figs/fig_umap_w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6361" y="960120"/>
            <a:ext cx="11214518" cy="551383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MDA5（IFIH1）在人脑与多发性硬化中的表达</dc:title>
  <dc:subject>PptxGenJS Presentation</dc:subject>
  <dc:creator>PptxGenJS</dc:creator>
  <cp:lastModifiedBy>PptxGenJS</cp:lastModifiedBy>
  <cp:revision>1</cp:revision>
  <dcterms:created xsi:type="dcterms:W3CDTF">2026-09-19T07:52:04Z</dcterms:created>
  <dcterms:modified xsi:type="dcterms:W3CDTF">2026-09-19T07:52:04Z</dcterms:modified>
</cp:coreProperties>
</file>