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全篇测量同一个量：单个核是否检出 IFIH1。细胞类型、区室、正常与 MS，只是分格的三条轴。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由哪些细胞表达？灰质与白质是否不同？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中 IFIH1 的分布如何改变？灰质与白质的改变是否相同？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83664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口径：每核是否检出 IFIH1，限定在三队列共有的测序深度区间（每核 1500 至 5000 UMI）内比较。该量在任何归一化下都精确，故三队列可比。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问题一：细胞类型次序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白质基线与改变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白质基线与改变（主力）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皮层组织块（含皮层下白质）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皮层侧基线与改变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问题一：IFIH1 由哪些细胞表达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正常脑内 IFIH1 最高的是内皮，其次小胶质；神经元最低。左为 783 位供体的伪整体排序，右为白质单核层面的检出。</a:t>
            </a:r>
            <a:endParaRPr lang="en-US" sz="1350" dirty="0"/>
          </a:p>
        </p:txBody>
      </p:sp>
      <p:pic>
        <p:nvPicPr>
          <p:cNvPr id="5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89179"/>
            <a:ext cx="11384280" cy="46843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问题一：正常人的两个区室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只取对照供体。六类细胞在皮层下白质与皮层组织块之间均无显著差别。</a:t>
            </a:r>
            <a:endParaRPr lang="en-US" sz="1350" dirty="0"/>
          </a:p>
        </p:txBody>
      </p:sp>
      <p:pic>
        <p:nvPicPr>
          <p:cNvPr id="5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602" y="1188720"/>
            <a:ext cx="10084036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页的批次对照：把跨研究偏移扣掉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偏移同等作用于所有基因，故全基因组 log2（白质/灰质）的中位即偏移量。扣掉它之后，只有星形胶质在两个白质队列中都高于中位。</a:t>
            </a:r>
            <a:endParaRPr lang="en-US" sz="1350" dirty="0"/>
          </a:p>
        </p:txBody>
      </p:sp>
      <p:pic>
        <p:nvPicPr>
          <p:cNvPr id="5" name="Image 0" descr="/home/user/aaa/results/mda5/figs/figB_n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887" y="1316736"/>
            <a:ext cx="10599466" cy="51572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问题二：皮层下白质中，MS 相对对照的改变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两个队列分开计算，每点一位供体，括号内为倍数变化的自助 95% 区间。少突胶质两队列同向升高，GSE279180 达 3.5 倍且区间不跨 1。</a:t>
            </a:r>
            <a:endParaRPr lang="en-US" sz="1350" dirty="0"/>
          </a:p>
        </p:txBody>
      </p:sp>
      <p:pic>
        <p:nvPicPr>
          <p:cNvPr id="5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927" y="1188720"/>
            <a:ext cx="10451386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问题二：皮层组织块中，MS 相对对照的改变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队列。六类细胞的倍数变化区间全部跨 1，无一类达到白质中少突胶质的幅度。</a:t>
            </a:r>
            <a:endParaRPr lang="en-US" sz="1350" dirty="0"/>
          </a:p>
        </p:txBody>
      </p:sp>
      <p:pic>
        <p:nvPicPr>
          <p:cNvPr id="5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086" y="1188720"/>
            <a:ext cx="8929069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问题二：两个区室的改变是否相同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画的是自助 95% 区间，不是显著性星号。六类中只有两类两侧都可估计，其余因供体不足或对照中位为零而不可判定。</a:t>
            </a:r>
            <a:endParaRPr lang="en-US" sz="1350" dirty="0"/>
          </a:p>
        </p:txBody>
      </p:sp>
      <p:pic>
        <p:nvPicPr>
          <p:cNvPr id="5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46742"/>
            <a:ext cx="11384280" cy="51691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为什么皮层那一侧只能说到这里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的组织块按原文方法跨越整个皮层并带有其下的皮层下白质。MS 块取得更深，白质成分显著多于对照块，故该侧的疾病对比与解剖深度混杂。</a:t>
            </a:r>
            <a:endParaRPr lang="en-US" sz="1350" dirty="0"/>
          </a:p>
        </p:txBody>
      </p:sp>
      <p:pic>
        <p:nvPicPr>
          <p:cNvPr id="5" name="Image 0" descr="/home/user/aaa/results/mda5/figs/fig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298" y="1316736"/>
            <a:ext cx="10078645" cy="51572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白质内部：细胞图谱与病灶分期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GSE180759，66 432 个核，已按文库做 Harmony 整合。对照白质几乎不表达，慢性活动边缘在小胶质与少突胶质上点亮。</a:t>
            </a:r>
            <a:endParaRPr lang="en-US" sz="1350" dirty="0"/>
          </a:p>
        </p:txBody>
      </p:sp>
      <p:pic>
        <p:nvPicPr>
          <p:cNvPr id="5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951" y="1188720"/>
            <a:ext cx="11353339" cy="52852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皮层组织块的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两个区室改变的直接对比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未见任何已发表研究做过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15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皮层侧不是纯灰质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251960" y="111556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组织块含皮层下白质，且 MS 块的白质成分显著多于对照块，该侧的疾病对比与解剖深度混杂。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交互项只有两类可估计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84708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小胶质、神经元、内皮因一侧供体不足，OPC 因对照中位为零。两类可估计者区间均触及零。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786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白质结论主要由一个队列承担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5786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十三位供体，3.5 倍，区间 [1.5, 4.9]；GSE180759 仅三位对照，1.5 倍，区间跨 1。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101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检出率仍随深度变化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331012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已限定在每核 1500 至 5000 UMI 的共同区间内比较，但区间内仍有残余深度差异。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存在平台混杂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0416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斑块周围文库全为 NovaSeq，病灶边缘文库全为 HiSeq；图谱已按文库做 Harmony 整合。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73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不用表达量而用检出率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477316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Schirmer 仅有对数归一化矩阵，尺度因子无法反解，跨队列的表达量不可比；检出与否不受归一化影响。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04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550468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脑组织无任何 MDA5 蛋白测量。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2026-09-19T07:08:12Z</dcterms:created>
  <dcterms:modified xsi:type="dcterms:W3CDTF">2026-09-19T07:08:12Z</dcterms:modified>
</cp:coreProperties>
</file>