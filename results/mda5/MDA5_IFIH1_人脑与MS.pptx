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8716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284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单核转录组水平的细胞类型特异性分析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692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正常人脑中 IFIH1 由哪些细胞类型表达？两个解剖区域是否不同？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264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MS 病变中 IFIH1 的细胞分布如何改变？两个区域的改变是否相同？</a:t>
            </a:r>
            <a:endParaRPr lang="en-US" sz="1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834640"/>
                <a:gridCol w="1920240"/>
                <a:gridCol w="1463040"/>
                <a:gridCol w="182880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区室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细胞类型表达谱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对照 + 5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白质，含病灶分期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对照 + 7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103 780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白质，主队列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皮层标本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对照 + 12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GSE118257  Jäkel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对照 + 4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17 799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白质，验证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IFIH1 在人脑各类细胞中的表达</a:t>
            </a:r>
            <a:endParaRPr lang="en-US" sz="2500" dirty="0"/>
          </a:p>
        </p:txBody>
      </p:sp>
      <p:pic>
        <p:nvPicPr>
          <p:cNvPr id="4" name="Image 0" descr="/home/user/aaa/results/mda5/figs/fig_q1_cell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29127"/>
            <a:ext cx="11384280" cy="45758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正常脑：两个解剖区域无差异</a:t>
            </a:r>
            <a:endParaRPr lang="en-US" sz="2500" dirty="0"/>
          </a:p>
        </p:txBody>
      </p:sp>
      <p:pic>
        <p:nvPicPr>
          <p:cNvPr id="4" name="Image 0" descr="/home/user/aaa/results/mda5/figs/fig_q1_reg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895" y="960120"/>
            <a:ext cx="10523449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跨研究偏移的稳健性检验</a:t>
            </a:r>
            <a:endParaRPr lang="en-US" sz="2500" dirty="0"/>
          </a:p>
        </p:txBody>
      </p:sp>
      <p:pic>
        <p:nvPicPr>
          <p:cNvPr id="4" name="Image 0" descr="/home/user/aaa/results/mda5/figs/figB_n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367" y="960120"/>
            <a:ext cx="10280507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白质：少突胶质细胞 IFIH1 阳性率升高</a:t>
            </a:r>
            <a:endParaRPr lang="en-US" sz="2500" dirty="0"/>
          </a:p>
        </p:txBody>
      </p:sp>
      <p:pic>
        <p:nvPicPr>
          <p:cNvPr id="4" name="Image 0" descr="/home/user/aaa/results/mda5/figs/fig_q2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10" y="960120"/>
            <a:ext cx="10906621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皮层：未见同等幅度的变化</a:t>
            </a:r>
            <a:endParaRPr lang="en-US" sz="2500" dirty="0"/>
          </a:p>
        </p:txBody>
      </p:sp>
      <p:pic>
        <p:nvPicPr>
          <p:cNvPr id="4" name="Image 0" descr="/home/user/aaa/results/mda5/figs/fig_q2_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4400" y="960120"/>
            <a:ext cx="9318439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两个区域变化幅度之差</a:t>
            </a:r>
            <a:endParaRPr lang="en-US" sz="2500" dirty="0"/>
          </a:p>
        </p:txBody>
      </p:sp>
      <p:pic>
        <p:nvPicPr>
          <p:cNvPr id="4" name="Image 0" descr="/home/user/aaa/results/mda5/figs/fig_q2_intera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13819"/>
            <a:ext cx="11384280" cy="500643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皮层标本含皮层下白质，MS 取材更深</a:t>
            </a:r>
            <a:endParaRPr lang="en-US" sz="2500" dirty="0"/>
          </a:p>
        </p:txBody>
      </p:sp>
      <p:pic>
        <p:nvPicPr>
          <p:cNvPr id="4" name="Image 0" descr="/home/user/aaa/results/mda5/figs/fig_conf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834" y="960120"/>
            <a:ext cx="10775572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白质单核图谱与脱髓鞘病灶分期</a:t>
            </a:r>
            <a:endParaRPr lang="en-US" sz="2500" dirty="0"/>
          </a:p>
        </p:txBody>
      </p:sp>
      <p:pic>
        <p:nvPicPr>
          <p:cNvPr id="4" name="Image 0" descr="/home/user/aaa/results/mda5/figs/fig_umap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67218"/>
            <a:ext cx="11384280" cy="52996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与已发表结果的关系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本研究结果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文献状态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少突胶质在白质病灶上调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Lerma-Martin 2024 补充表 6 已报道：CA log2FC +0.905（padj 0.012），CI +1.095（padj 0.005）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同一队列髓系未达显著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与原作者一致，其补充表髓系 padj = 0.116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bulk 白质病灶同向上调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GSE138614 活动病灶 FDR 0.021、慢性活动 FDR 0.007；GSE283092 泡沫样活动病灶 1.79 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皮层组织块的 IFIH1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 补充表中 IFIH1 低于其检出阈值，本次为原创测量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中的 IFIH1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原文 13 个补充表中未出现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两个区室改变的直接对比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未见任何已发表研究做过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MDA5 蛋白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人类 MS 脑组织的免疫组化与蛋白质组测量为零篇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皮层标本含白质成分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4251960" y="100584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Schirmer 取材跨越皮层全层并带有其下的皮层下白质，MS 标本取材更深，疾病对比与取材部位混杂。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区域交互仅两类可估计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251960" y="173736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小胶质细胞、神经元、内皮细胞因一侧样本量不足，少突胶质前体细胞因对照组未检出。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68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白质结论主要由一个队列支持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246888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GSE279180 十三例供体，3.5 倍，区间 [1.5, 4.9]；GSE180759 仅三例对照，1.5 倍，区间包含 1。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00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测序深度残余影响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320040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已限定在每核 1500 至 5000 UMI 的共同深度区间内比较，区间内仍存在残余差异。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存在平台混杂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393192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病灶周围白质文库全为 NovaSeq，病灶边缘文库全为 HiSeq；图谱已按文库做 Harmony 整合。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以阳性核比例而非表达量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466344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Schirmer 仅提供对数归一化矩阵，标度因子不可恢复，跨队列表达量不可比。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仅限转录本水平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539496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 MS 脑组织尚无 MDA5 蛋白水平的测量。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2026-09-19T07:25:27Z</dcterms:created>
  <dcterms:modified xsi:type="dcterms:W3CDTF">2026-09-19T07:25:27Z</dcterms:modified>
</cp:coreProperties>
</file>