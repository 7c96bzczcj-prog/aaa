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8716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284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单核转录组水平的细胞类型特异性分析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692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正常人脑中 IFIH1 由哪些细胞类型表达？两个解剖区域是否不同？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64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MS 病变中 IFIH1 的细胞分布如何改变？两个区域的改变是否相同？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2011680"/>
                <a:gridCol w="1463040"/>
                <a:gridCol w="173736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细胞类型表达谱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对照 + 5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白质，含病灶分期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对照 + 7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103 780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白质，主队列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皮层标本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对照 + 12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Macnair 2025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 + 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对照 + 54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632 375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病灶分期，同一研究内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在人脑各类细胞中的表达</a:t>
            </a:r>
            <a:endParaRPr lang="en-US" sz="2500" dirty="0"/>
          </a:p>
        </p:txBody>
      </p:sp>
      <p:pic>
        <p:nvPicPr>
          <p:cNvPr id="4" name="Image 0" descr="/home/user/aaa/results/mda5/figs/fig_q1_cell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60792"/>
            <a:ext cx="11384280" cy="4312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正常脑：两个解剖区域无差异</a:t>
            </a:r>
            <a:endParaRPr lang="en-US" sz="2500" dirty="0"/>
          </a:p>
        </p:txBody>
      </p:sp>
      <p:pic>
        <p:nvPicPr>
          <p:cNvPr id="4" name="Image 0" descr="/home/user/aaa/results/mda5/figs/fig_q1_reg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677" y="960120"/>
            <a:ext cx="10157885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白质：少突胶质细胞 IFIH1 阳性率升高</a:t>
            </a:r>
            <a:endParaRPr lang="en-US" sz="2500" dirty="0"/>
          </a:p>
        </p:txBody>
      </p:sp>
      <p:pic>
        <p:nvPicPr>
          <p:cNvPr id="4" name="Image 0" descr="/home/user/aaa/results/mda5/figs/fig_q2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981" y="960120"/>
            <a:ext cx="10465278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皮层：未见同等幅度的变化</a:t>
            </a:r>
            <a:endParaRPr lang="en-US" sz="2500" dirty="0"/>
          </a:p>
        </p:txBody>
      </p:sp>
      <p:pic>
        <p:nvPicPr>
          <p:cNvPr id="4" name="Image 0" descr="/home/user/aaa/results/mda5/figs/fig_q2_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4529" y="960120"/>
            <a:ext cx="8998183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在白质单核中的分布，按病灶分期</a:t>
            </a:r>
            <a:endParaRPr lang="en-US" sz="2500" dirty="0"/>
          </a:p>
        </p:txBody>
      </p:sp>
      <p:pic>
        <p:nvPicPr>
          <p:cNvPr id="4" name="Image 0" descr="/home/user/aaa/results/mda5/figs/fig_umap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143" y="960120"/>
            <a:ext cx="10336955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按脱髓鞘病灶分期，每一期与对照比较</a:t>
            </a:r>
            <a:endParaRPr lang="en-US" sz="2500" dirty="0"/>
          </a:p>
        </p:txBody>
      </p:sp>
      <p:pic>
        <p:nvPicPr>
          <p:cNvPr id="4" name="Image 0" descr="/home/user/aaa/results/mda5/figs/fig_le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975" y="960120"/>
            <a:ext cx="10843290" cy="55138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2026-09-19T08:02:30Z</dcterms:created>
  <dcterms:modified xsi:type="dcterms:W3CDTF">2026-09-19T08:02:30Z</dcterms:modified>
</cp:coreProperties>
</file>