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67" r:id="rId18"/>
    <p:sldId id="258" r:id="rId4"/>
    <p:sldId id="268" r:id="rId19"/>
    <p:sldId id="259" r:id="rId5"/>
    <p:sldId id="269" r:id="rId20"/>
    <p:sldId id="260" r:id="rId6"/>
    <p:sldId id="270" r:id="rId21"/>
    <p:sldId id="261" r:id="rId7"/>
    <p:sldId id="262" r:id="rId8"/>
    <p:sldId id="263" r:id="rId9"/>
    <p:sldId id="271" r:id="rId22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肿瘤中的 NK 的流动性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进得去，出不出得来？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3840480"/>
            <a:ext cx="2011680" cy="0"/>
          </a:xfrm>
          <a:prstGeom prst="line">
            <a:avLst/>
          </a:prstGeom>
          <a:noFill/>
          <a:ln w="25400">
            <a:solidFill>
              <a:srgbClr val="2E5C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方向汇报 · 2026-08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现状：NK 在已成型肿瘤中不起作用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4864" cy="1051560"/>
          </a:xfrm>
          <a:prstGeom prst="rect">
            <a:avLst/>
          </a:prstGeom>
          <a:solidFill>
            <a:srgbClr val="2E5C9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进入肿瘤 24–72 h 内，NK 同时丢失杀伤与趋化因子输出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光转换标记显示：刚进入的细胞仍产 CCL5，滞留 3 天后基本消失；穿孔素、颗粒酶 A、CD107a 同步下降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54864" cy="1051560"/>
          </a:xfrm>
          <a:prstGeom prst="rect">
            <a:avLst/>
          </a:prstGeom>
          <a:solidFill>
            <a:srgbClr val="2E5C9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9718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从已成型肿瘤中清除 NK，肿瘤生长不变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天起注射 anti-NK1.1 清除，多个肿瘤模型一致，且在缺乏 T 细胞的小鼠中同样如此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389120"/>
            <a:ext cx="54864" cy="1051560"/>
          </a:xfrm>
          <a:prstGeom prst="rect">
            <a:avLst/>
          </a:prstGeom>
          <a:solidFill>
            <a:srgbClr val="2E5C9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38912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NK 仅占瘤内细胞约 1%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48463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所以“招募得不够多”不是限制变量 —— 这一点作者本人也已写明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62179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Dean et al., Nat Commun 2024;15:683（引用）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方法：光转换如何测“进”与“出”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Kaede 小鼠的细胞带一种荧光蛋白，被 405 nm 紫光照射后由绿变红，且不可逆。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029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2E5C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331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5C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 = 标记时就在瘤内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7889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此后在淋巴结里找到红色 NK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333756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它一定是从肿瘤走出去的。这是唯一能证明“出境”的读数。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2103120"/>
            <a:ext cx="5029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5959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2331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 = 标记之后才进来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12280" y="27889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瘤内绿色细胞随时间增加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12280" y="333756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反映持续的流入。两者相除才是周转。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754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本方案要测的就是红色 NK 在引流淋巴结中的量 —— 而这正是既有文献没有真正量化的那一项。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62179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方法已公开：Dean et al., STAR Protoc 2024;5:102956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但“NK 出不来”这句话从未被真正测量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77240" y="13258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“few NK cells egressed the tumor”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5C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88720" y="2148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证据只有两张代表性流式图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188720" y="25328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没有逐鼠散点，没有统计检验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5C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做了统计的四个面板量的是别的东西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188720" y="349300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量的是回收到的红色 NK 的 CD49a/CD11b 表型构成，不是出境量本身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5C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4069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分母用错了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188720" y="44531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用的是淋巴结里的 NK 总数，而不是瘤内被光转换的红色起始池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5029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5C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5029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没有同管的 T 细胞对照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88720" y="54132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抗体面板里其实含 CD3/TCRβ，T 细胞被染了但设门排除了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2179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Dean et al. 2024, Supplementary Fig. 6（图注与坐标轴原文）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而在另一个部位，NK 明明白白出得来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下表为“出境到引流淋巴结的红色细胞中，各类淋巴细胞各占多少” —— 同一批动物、同一个分母。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914400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2286000"/>
                <a:gridCol w="3200400"/>
                <a:gridCol w="210312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 细胞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NK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读数性质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耳部肿瘤 LLC / B16F10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6.5%（8 只全部 &gt; 0）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有散点，可量化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侧腹皮下 MC38 / CT26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未同管测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报称“极低”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无散点，不可量化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977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注意两行的性质不同：上一行是测出来的数，下一行是从代表图上读的印象。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45262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耳部数据自 2017 年就印在图上，正文只报告了 T 细胞的 44%，NK 那一格从未被提及。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62179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Torcellan et al., PNAS 2017;114:5677, Fig 1F / Fig S1（数值为图上目测，±2–3 pp）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关键：部位这个变量，在源论文内部就没被控制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同一篇论文的三个读数，用的部位并不一致：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91440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7665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使用的模型与部位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出境实验（Supp Fig 6）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MC38、CT26 —— 均为侧腹皮下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整合素动力学（Supp Fig 5）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CT26 侧腹 ＋ E0771 乳腺脂肪垫（原位）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ILC 区室（Discussion）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CT26 侧腹 vs CT26 原位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9776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原位模型在同一篇论文里养出来、用于另外两个读数 —— 唯独没有进入出境实验。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45262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而作者自己已经写下结论：“the tissue site matters”。这句话没有引文编号，依据的是他们自己的数据 ——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即“部位会改变结果”不是我们的推测，是源论文已经承认的事实，只是没有应用到出境这一项上。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我们要做什么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77240" y="132588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把那个未受控的变量控制起来。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19659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同一株肿瘤细胞（CT26），种在两个部位；同一套光转换；同管内加测 T 细胞作对照。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2606040"/>
            <a:ext cx="5029200" cy="1600200"/>
          </a:xfrm>
          <a:prstGeom prst="roundRect">
            <a:avLst>
              <a:gd name="adj" fmla="val 3429"/>
            </a:avLst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7889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侧腹皮下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肿瘤长在皮下的一个“腔”里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5661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周围没有原本属于该组织的淋巴引流网络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2606040"/>
            <a:ext cx="5029200" cy="1600200"/>
          </a:xfrm>
          <a:prstGeom prst="roundRect">
            <a:avLst>
              <a:gd name="adj" fmla="val 3429"/>
            </a:avLst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7889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原位（结肠）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200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肿瘤长在它本来的组织里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35661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该组织自带完整的淋巴引流与固有免疫区室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4526280"/>
            <a:ext cx="10515600" cy="77724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617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这不是提出一个新现象，而是补上一个已发表结论缺失的对照。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意义：两种结果都改变读法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4864" cy="1417320"/>
          </a:xfrm>
          <a:prstGeom prst="rect">
            <a:avLst/>
          </a:prstGeom>
          <a:solidFill>
            <a:srgbClr val="2E5C9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1732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若是部位效应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856232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“NK 被扣留在肿瘤中”就是模型属性，而不是肿瘤生物学。大量建立在侧腹皮下模型上的 NK 迁移结论需要重读 —— 包括“提高 NK 浸润”这一类治疗思路的前提。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54864" cy="1417320"/>
          </a:xfrm>
          <a:prstGeom prst="rect">
            <a:avLst/>
          </a:prstGeom>
          <a:solidFill>
            <a:srgbClr val="2E5C9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0040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若不是部位效应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39312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NK 与 T 的出境差异是细胞类型内在的。而且已有现成的分子候选：T 细胞靠 CD69 压住 S1PR1 来留在组织里，NK 出境走的却是 S1PR5，而 S1PR5 不受 CD69 调控 —— T 细胞那套滞留逻辑对 NK 根本不适用。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5120640"/>
            <a:ext cx="10607040" cy="73152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212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而无论哪一种：现有静态的“NK 浸润量”都无法区分“招募得多”和“出不去”。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62179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Evrard et al., J Exp Med 2022;219:e20210116（S1PR5 不受 CD69 调控；该文未使用肿瘤模型）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第一步：一个实验，四个必须做对的地方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84048" cy="384048"/>
          </a:xfrm>
          <a:prstGeom prst="ellipse">
            <a:avLst/>
          </a:prstGeom>
          <a:solidFill>
            <a:srgbClr val="2E5C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4173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0" y="141732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CT26 分别种在侧腹皮下与原位；405 nm 光转换肿瘤；24 h 与 72 h 取引流淋巴结与脾，测其中的红色细胞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384048" cy="384048"/>
          </a:xfrm>
          <a:prstGeom prst="ellipse">
            <a:avLst/>
          </a:prstGeom>
          <a:solidFill>
            <a:srgbClr val="2E5C9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606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内对照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0" y="260604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同一管里同时测 T 细胞（CD3/TCRβ）—— 这正是源论文缺的那一项，也是唯一能把“部位差异”和“细胞类型差异”分开的东西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384048" cy="384048"/>
          </a:xfrm>
          <a:prstGeom prst="ellipse">
            <a:avLst/>
          </a:prstGeom>
          <a:solidFill>
            <a:srgbClr val="2E5C9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40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7947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归一化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43200" y="379476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分母用瘤内被光转换的红色起始池，不用淋巴结里的 NK 总数 —— 否则 NK 本来就少，结果必然“很低”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E5C9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29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983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第二读数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743200" y="498348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同时测瘤内红色细胞随时间的减少速率 —— 这是唯一不受“离开之后去了哪里”影响的量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2179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光转换与引流淋巴结读数的完整方法已公开：Dean et al., STAR Protoc 2024;5:102956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判读规则（开跑前写死）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原位与侧腹的 NK 出境相当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5C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35040" y="14630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“NK 出不来”是侧腹模型属性 —— 命题按部位效应重写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原位同样极低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5C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35040" y="25146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细胞类型内在差异成立 —— 进入 S1PR5 机制臂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同管的 T 与 NK 差异不显著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5C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35040" y="35661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整个对比不成立 —— 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754880"/>
            <a:ext cx="10607040" cy="1143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846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一条不能越过的界线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1663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若把“出境细胞中某类占比 ÷ 瘤内该类占比”当作富集指数：指数接近 1 只说明这一类在出境池中不被富集，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不能读成“它被扣留”。树突状细胞的指数同样接近 1，而它是公认的主动迁出细胞。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原图（一）：进入肿瘤 24 h 内，效应分子同步下降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700"/>
              </a:lnSpc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每个点是一只小鼠。绿 = 标记之后才进入肿瘤（Green 24hrs，"新兵"）；红 = 标记时已在瘤内（Red 24hrs，"老兵"）。同一张图里比的是同一群细胞的先后两个状态。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0415" y="1572768"/>
            <a:ext cx="3927154" cy="2560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A · CCL5</a:t>
            </a:r>
            <a:r>
              <a:rPr sz="11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　招募 DC 的趋化因子</a:t>
            </a:r>
          </a:p>
        </p:txBody>
      </p:sp>
      <p:pic>
        <p:nvPicPr>
          <p:cNvPr id="5" name="Picture 4" descr="f3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415" y="1847088"/>
            <a:ext cx="3927154" cy="1773936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37650" y="1572768"/>
            <a:ext cx="3883903" cy="2560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G · 穿孔素 Perforin</a:t>
            </a:r>
            <a:r>
              <a:rPr sz="11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　杀伤机器的核心组件</a:t>
            </a:r>
          </a:p>
        </p:txBody>
      </p:sp>
      <p:pic>
        <p:nvPicPr>
          <p:cNvPr id="7" name="Picture 6" descr="f3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650" y="1847088"/>
            <a:ext cx="3883903" cy="1773936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922920" y="3950207"/>
            <a:ext cx="3892477" cy="2560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D · 颗粒酶 A</a:t>
            </a:r>
            <a:r>
              <a:rPr sz="11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　与穿孔素同向下降</a:t>
            </a:r>
          </a:p>
        </p:txBody>
      </p:sp>
      <p:pic>
        <p:nvPicPr>
          <p:cNvPr id="9" name="Picture 8" descr="f3_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2920" y="4224527"/>
            <a:ext cx="3892477" cy="1773936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55477" y="3950207"/>
            <a:ext cx="3813571" cy="2560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H · CD107a</a:t>
            </a:r>
            <a:r>
              <a:rPr sz="11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　脱颗粒 —— 实际动手的读数</a:t>
            </a:r>
          </a:p>
        </p:txBody>
      </p:sp>
      <p:pic>
        <p:nvPicPr>
          <p:cNvPr id="11" name="Picture 10" descr="f3_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477" y="4224527"/>
            <a:ext cx="3813571" cy="1773936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40080" y="62179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Dean et al., Nat Commun 2024;15:683 — Fig. 3A / 3G / 3D / 3H（CC BY 4.0，原图截取）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原图（二）：清除已成型肿瘤中的 NK，生长曲线不动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700"/>
              </a:lnSpc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第 6 天起注射 anti-NK1.1（曲线上方三角为给药时点）。清除效率经流式确认，但两条生长曲线在 MC38 与 B16-F10 中都完全重合 —— 在缺乏 T / B 细胞的 RAG 小鼠中同样如此。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700784"/>
            <a:ext cx="3548611" cy="2560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A · MC38</a:t>
            </a:r>
            <a:r>
              <a:rPr sz="11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　两条曲线重合</a:t>
            </a:r>
          </a:p>
        </p:txBody>
      </p:sp>
      <p:pic>
        <p:nvPicPr>
          <p:cNvPr id="5" name="Picture 4" descr="s13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" y="1975104"/>
            <a:ext cx="3548611" cy="2893292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615396" y="1700784"/>
            <a:ext cx="3040342" cy="2560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D · 清除效率</a:t>
            </a:r>
            <a:r>
              <a:rPr sz="11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　瘤内 NK 已清干净</a:t>
            </a:r>
          </a:p>
        </p:txBody>
      </p:sp>
      <p:pic>
        <p:nvPicPr>
          <p:cNvPr id="7" name="Picture 6" descr="s13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5396" y="1975104"/>
            <a:ext cx="3040342" cy="2893292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112938" y="1700784"/>
            <a:ext cx="3469446" cy="2560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F · B16-F10</a:t>
            </a:r>
            <a:r>
              <a:rPr sz="11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　WT 与 RAG 都无差别</a:t>
            </a:r>
          </a:p>
        </p:txBody>
      </p:sp>
      <p:pic>
        <p:nvPicPr>
          <p:cNvPr id="9" name="Picture 8" descr="s13_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2938" y="1975104"/>
            <a:ext cx="3469446" cy="2893292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640080" y="5234156"/>
            <a:ext cx="54864" cy="566928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234156"/>
            <a:ext cx="103327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700"/>
              </a:lnSpc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三角 = 给药时点；A 为 mean ± SEM，D / F 为逐鼠散点 + mean ± SD。NK 被清得很干净（D），曲线却一点没动 —— 说明限制变量不在"瘤内 NK 够不够多"。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179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Dean et al., Nat Commun 2024;15:683 — Supplementary Fig. 13A / 13D / 13F（CC BY 4.0，原图截取）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方法原图：光转换到底测到了什么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700"/>
              </a:lnSpc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① 405 nm 照射后，瘤内细胞由绿变红且不可逆；② 照射当时瘤内 98.4% 转红，引流淋巴结只有 0.35%（本底）；③ 因此，此后在淋巴结里出现的红色细胞只可能来自肿瘤。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46347" y="1572768"/>
            <a:ext cx="4899273" cy="2560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① 光转换原理</a:t>
            </a:r>
          </a:p>
        </p:txBody>
      </p:sp>
      <p:pic>
        <p:nvPicPr>
          <p:cNvPr id="5" name="Picture 4" descr="star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347" y="1847088"/>
            <a:ext cx="4899273" cy="182880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3208560" y="3986783"/>
            <a:ext cx="2588944" cy="2560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② 照射当时（0 h）的实测</a:t>
            </a:r>
          </a:p>
        </p:txBody>
      </p:sp>
      <p:pic>
        <p:nvPicPr>
          <p:cNvPr id="7" name="Picture 6" descr="star_f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560" y="4261103"/>
            <a:ext cx="2588944" cy="1609344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574745" y="3986783"/>
            <a:ext cx="2408663" cy="2560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③ 红 / 绿的判读规则</a:t>
            </a:r>
          </a:p>
        </p:txBody>
      </p:sp>
      <p:pic>
        <p:nvPicPr>
          <p:cNvPr id="9" name="Picture 8" descr="star_f4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745" y="4261103"/>
            <a:ext cx="2408663" cy="1609344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080" y="62179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Dean et al., STAR Protoc 2024;5:102956 — Fig. 1 与 Fig. 4C / 4E（CC BY 4.0，原图截取）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原图：Supplementary Fig. 6 —— "NK 出不来"的全部证据</a:t>
            </a:r>
          </a:p>
        </p:txBody>
      </p:sp>
      <p:pic>
        <p:nvPicPr>
          <p:cNvPr id="3" name="Picture 2" descr="s6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809" y="1298448"/>
            <a:ext cx="5019260" cy="461772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6532990" y="1417320"/>
            <a:ext cx="54864" cy="1298448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52446" y="1417320"/>
            <a:ext cx="479944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A / D：代表性流式图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52446" y="1783080"/>
            <a:ext cx="4799443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600"/>
              </a:lnSpc>
            </a:pPr>
            <a:r>
              <a:rPr sz="11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全篇唯一直接反映"出境量"的读数，只有一只代表性动物。红门内比例：脾 0.1% / 0.4%，引流淋巴结 1.5% / 1.7% —— 没有逐鼠散点，也没有统计检验。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2990" y="3017520"/>
            <a:ext cx="54864" cy="1298448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52446" y="3017520"/>
            <a:ext cx="479944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B / C / E / F：做了统计的四个面板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52446" y="3383279"/>
            <a:ext cx="4799443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600"/>
              </a:lnSpc>
            </a:pPr>
            <a:r>
              <a:rPr sz="11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量的是回收到的红色 NK 中 CD49a / CD11b 的构成比例，不是出境量本身；分母还是淋巴结里的 NK 总数，而非瘤内被光转换的红色起始池。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2990" y="4617720"/>
            <a:ext cx="54864" cy="1298448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52446" y="4617720"/>
            <a:ext cx="479944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全图没有同管的 T 细胞对照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2446" y="4983480"/>
            <a:ext cx="4799443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600"/>
              </a:lnSpc>
            </a:pPr>
            <a:r>
              <a:rPr sz="11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抗体面板里含 CD3 / NKp46，T 细胞被染上了，但在设门时排除掉了。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2179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Dean et al., Nat Commun 2024;15:683 — Supplementary Fig. 6（CC BY 4.0，原图截取；图注与坐标轴为原文）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原图：耳部肿瘤 —— 同一分母下，T 与 NK 的出境构成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700"/>
              </a:lnSpc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同一批动物、同一个分母。左边是瘤内构成，右边是走到引流淋巴结的红色细胞构成 —— 正文只报告了 T 细胞的 44%，NK 那一格从未被提及。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44" y="1700784"/>
            <a:ext cx="4834748" cy="2560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A · 瘤内构成</a:t>
            </a:r>
            <a:r>
              <a:rPr sz="11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　分母＝瘤内 Kaede 阳性细胞</a:t>
            </a:r>
          </a:p>
        </p:txBody>
      </p:sp>
      <p:pic>
        <p:nvPicPr>
          <p:cNvPr id="5" name="Picture 4" descr="pnas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44" y="1975104"/>
            <a:ext cx="4834748" cy="295174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41612" y="1700784"/>
            <a:ext cx="4675011" cy="2560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F · 出境到 dLN 的构成</a:t>
            </a:r>
            <a:r>
              <a:rPr sz="11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　T≈44%，NK≈6.5%</a:t>
            </a:r>
          </a:p>
        </p:txBody>
      </p:sp>
      <p:pic>
        <p:nvPicPr>
          <p:cNvPr id="7" name="Picture 6" descr="pnas_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612" y="1975104"/>
            <a:ext cx="4675011" cy="295174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640080" y="5237741"/>
            <a:ext cx="54864" cy="603504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237741"/>
            <a:ext cx="103327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700"/>
              </a:lnSpc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NK 那一列在 2017 年就印在图上：柱高约 6.5%，8 只小鼠全部大于 0。本页百分数为图上目测（±2–3 pp）。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179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Torcellan et al., PNAS 2017;114:5677 — Fig. 1A / 1F（原图截取）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分子候选的原始证据：S1PR5 决定 NK / ILC1 的组织去留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700"/>
              </a:lnSpc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T 细胞靠 CD69 降解 S1PR1 留在组织里；NK 出境走的是 S1PR5。"S1PR5 不与 CD69 结合"一句在该文中是引用 Jenne et al. 2009，本文自己的数据是下面这两张。</a:t>
            </a:r>
          </a:p>
        </p:txBody>
      </p:sp>
      <p:pic>
        <p:nvPicPr>
          <p:cNvPr id="4" name="Picture 3" descr="jem_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958" y="1700784"/>
            <a:ext cx="9422052" cy="370332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384958" y="5586984"/>
            <a:ext cx="457386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600"/>
              </a:lnSpc>
            </a:pPr>
            <a:r>
              <a:rPr sz="12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A　</a:t>
            </a:r>
            <a:r>
              <a:rPr sz="11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循环型 cNK 高表达 S1pr1 / S1pr5；组织驻留的 ILC1 则低表达。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144" y="5586984"/>
            <a:ext cx="457386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600"/>
              </a:lnSpc>
            </a:pPr>
            <a:r>
              <a:rPr sz="12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B　</a:t>
            </a:r>
            <a:r>
              <a:rPr sz="11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WT 与 S1pr5 缺失细胞的骨髓嵌合体 —— 缺 S1PR5 的细胞在组织里过度蓄积（SI-IEL、唾液腺 ILC1），在血液中减少。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179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Evrard et al., J Exp Med 2022;219:e20210116 — Fig. 6A / 6B（该文未使用肿瘤模型）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2026-08-18T06:59:50Z</dcterms:created>
  <dcterms:modified xsi:type="dcterms:W3CDTF">2026-08-18T06:59:50Z</dcterms:modified>
</cp:coreProperties>
</file>