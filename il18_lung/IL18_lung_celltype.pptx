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3" r:id="rId10"/>
    <p:sldId id="264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57400"/>
            <a:ext cx="1097280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肺内 IL18 转录（pro-IL-18）的细胞类型谱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926080"/>
            <a:ext cx="10972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人与小鼠 · 静息与病原感染 · 单细胞转录组，并以分选 bulk（DICE、ImmGen）交叉验证零值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97680"/>
            <a:ext cx="109728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测量对象：IL18 转录本，即 pro-IL-18 的转录信号。</a:t>
            </a: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成熟 IL-18 由 caspase 切割前体产生，pro/成熟之分属蛋白层面，转录层面无法区分。本分析为转录本丰度，不等价于前体蛋白储量。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个单细胞数据集（人 17 · 小鼠 7） · CELLxGENE Census LTS 2025-11-08 · 以供体为统计单位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结论：哪些细胞转录 IL18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320040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髓系是主要来源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931920" y="1417320"/>
            <a:ext cx="758952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树突状细胞、肺泡巨噬细胞、单核来源巨噬细胞在几乎所有数据集排名最前。小鼠肺泡巨噬细胞阳性率常 &gt;90%。静息与感染条件下一致。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24328"/>
            <a:ext cx="320040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上皮确有转录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2624328"/>
            <a:ext cx="758952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经环境 RNA 校正的 Tabula Sapiens 中 AT1 排名第一、气道上皮居前；校正几乎不改变上皮信号却清除内皮/淋巴信号，说明上皮 IL18 并非污染所致。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31336"/>
            <a:ext cx="320040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淋巴 · 内皮 · 成纤维接近零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3831336"/>
            <a:ext cx="758952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T/NK、B/浆细胞、内皮、成纤维阳性比例多 ≤5%。DICE（人）与 ImmGen（鼠）分选 bulk 证实 T/NK/B 的零为真零，非 dropout。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038344"/>
            <a:ext cx="320040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感染不改变表达谱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5038344"/>
            <a:ext cx="758952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SARS-CoV-2、流感、细菌、LPS 下主要来源仍是髓系；研究内比较显示感染主要改变各群细胞数量，而非“哪些细胞转录 IL18”。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数据、方法与来源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55448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物种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371600"/>
            <a:ext cx="941832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人、小鼠全程分开，表与图均不合并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38528"/>
            <a:ext cx="155448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基因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938528"/>
            <a:ext cx="941832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Ensembl ID 取：人 ENSG00000150782 / 鼠 ENSMUSG00000039217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05456"/>
            <a:ext cx="155448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细胞类型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505456"/>
            <a:ext cx="941832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统一为 11 类；用作者注释，不重新聚类（小鼠 LPS 两套无作者注释，自行注释）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72384"/>
            <a:ext cx="155448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统计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3072384"/>
            <a:ext cx="941832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以供体为单位；n_cells&lt;20 置 NA，n_donors&lt;3 仅描述统计；跨数据集只比数据集内排序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639312"/>
            <a:ext cx="155448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环境 RNA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3639312"/>
            <a:ext cx="941832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无法校正的 10x 数据其上皮结果不进结论；Tabula Sapiens 用作者 decontX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10881360" cy="0"/>
          </a:xfrm>
          <a:prstGeom prst="line">
            <a:avLst/>
          </a:prstGeom>
          <a:noFill/>
          <a:ln w="12700">
            <a:solidFill>
              <a:srgbClr val="D8DB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数据库来源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663440"/>
            <a:ext cx="11338560" cy="29260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CZ CELLxGENE Census（主入口，人/小鼠肺）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029200"/>
            <a:ext cx="11338560" cy="29260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Human Lung Cell Atlas · Tabula Sapiens · Tabula Muris Senis · LungMAP/CellRef · Cross-tissue Immune · Travaglini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394960"/>
            <a:ext cx="11338560" cy="29260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COVID-19 Cell Atlas：Melms / Delorey / Bharat 尸检 · Liao / Wauters / Grant BALF · Wu 离体肺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60720"/>
            <a:ext cx="11338560" cy="29260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GEO 小鼠：S. pneumoniae GSE236342 · A. baumannii GSE313334 · LPS-ALI GSE280364 / GSE280611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126480"/>
            <a:ext cx="11338560" cy="29260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零值参考（分选 bulk）：DICE（人）· ImmGen（鼠）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 · 各单细胞数据集的 IL18 散点图</a:t>
            </a:r>
            <a:endParaRPr lang="en-US" sz="2500" dirty="0"/>
          </a:p>
        </p:txBody>
      </p:sp>
      <p:pic>
        <p:nvPicPr>
          <p:cNvPr id="3" name="Image 0" descr="/home/user/aaa/il18_lung/figures/master_huma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6069" y="1234440"/>
            <a:ext cx="7456814" cy="5074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27648"/>
            <a:ext cx="109728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点大小=供体中位阳性比例；颜色=数据集内排序（1=最高）。空心点=环境 RNA 未校正的上皮类。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小鼠 · 各单细胞数据集的 IL18 散点图</a:t>
            </a:r>
            <a:endParaRPr lang="en-US" sz="2500" dirty="0"/>
          </a:p>
        </p:txBody>
      </p:sp>
      <p:pic>
        <p:nvPicPr>
          <p:cNvPr id="3" name="Image 0" descr="/home/user/aaa/il18_lung/figures/master_mous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928" y="1371600"/>
            <a:ext cx="10241096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27648"/>
            <a:ext cx="109728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肺泡巨噬细胞在静息、流感、细菌、LPS 全部条件下排名第一。带 * 为自行注释的 LPS 数据集；流感仅示 d42。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上皮信号经环境 RNA 校正后依然存在</a:t>
            </a:r>
            <a:endParaRPr lang="en-US" sz="2500" dirty="0"/>
          </a:p>
        </p:txBody>
      </p:sp>
      <p:pic>
        <p:nvPicPr>
          <p:cNvPr id="3" name="Image 0" descr="/home/user/aaa/il18_lung/figures/human/H03_TabulaSapiens_lun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6799" y="1417320"/>
            <a:ext cx="7035353" cy="2514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43891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decontX 校正几乎不改变上皮：AT1 阳性 72.8% → 72.5%，基底细胞 61% → 61%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64608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却清除了内皮/淋巴信号：毛细血管内皮 3.1% → 0.7%，B 细胞 5.0% → 2.4%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340096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故人肺泡及气道上皮的 IL18 并非肺泡巨噬细胞游离 RNA 污染所致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数据缺口与偏离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27432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 · 甲型流感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3474720" y="1417320"/>
            <a:ext cx="804672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数据缺口：人肺流感单细胞几乎不存在（唯一候选为单供体离体肺）；未用鼻腔/外周血填补。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14600"/>
            <a:ext cx="27432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 · 细菌性肺炎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514600"/>
            <a:ext cx="804672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无病原逐例明确的数据；仅以非 COVID 肺炎 BALF 作替代。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11880"/>
            <a:ext cx="27432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 · LPS 急性肺损伤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3611880"/>
            <a:ext cx="804672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无合格单细胞数据（仅 BAL 刺激、无对照）。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709160"/>
            <a:ext cx="27432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小鼠 · LPS 急性肺损伤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4709160"/>
            <a:ext cx="804672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已纳入 GSE280364、GSE280611（全肺、2 vs 2、含对照）。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微软雅黑"/>
              </a:rPr>
              <a:t>结论：各条件下转录 IL18（pro-IL-18）的细胞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6B6B"/>
                </a:solidFill>
                <a:latin typeface="微软雅黑"/>
              </a:rPr>
              <a:t>正面回答——人与小鼠肺，按条件列出转录 IL18 的细胞类型（数据集内排名靠前者）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08792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846320"/>
                <a:gridCol w="3959352"/>
              </a:tblGrid>
              <a:tr h="5943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微软雅黑"/>
                        </a:rPr>
                        <a:t>条件</a:t>
                      </a:r>
                    </a:p>
                  </a:txBody>
                  <a:tcPr marL="82296" marR="82296" marT="36576" marB="36576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微软雅黑"/>
                        </a:rPr>
                        <a:t>人（肺）</a:t>
                      </a:r>
                    </a:p>
                  </a:txBody>
                  <a:tcPr marL="82296" marR="82296" marT="36576" marB="36576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微软雅黑"/>
                        </a:rPr>
                        <a:t>小鼠（肺）</a:t>
                      </a:r>
                    </a:p>
                  </a:txBody>
                  <a:tcPr marL="82296" marR="82296" marT="36576" marB="36576" anchor="ctr">
                    <a:solidFill>
                      <a:srgbClr val="EEF1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微软雅黑"/>
                        </a:rPr>
                        <a:t>静息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微软雅黑"/>
                        </a:rPr>
                        <a:t>树突状细胞、肺泡巨噬细胞、单核来源巨噬细胞；上皮 AT1 / 气道（校正后确有）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微软雅黑"/>
                        </a:rPr>
                        <a:t>肺泡巨噬细胞（最强，阳性 &gt;90%）、树突状细胞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微软雅黑"/>
                        </a:rPr>
                        <a:t>甲型流感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微软雅黑"/>
                        </a:rPr>
                        <a:t>无合格单细胞数据（数据缺口）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微软雅黑"/>
                        </a:rPr>
                        <a:t>肺泡巨噬细胞（感染全程第一）、树突状细胞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微软雅黑"/>
                        </a:rPr>
                        <a:t>SARS-CoV-2（新冠）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微软雅黑"/>
                        </a:rPr>
                        <a:t>肺泡巨噬细胞、单核来源巨噬细胞、树突状细胞（与静息一致）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微软雅黑"/>
                        </a:rPr>
                        <a:t>无小鼠肺数据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微软雅黑"/>
                        </a:rPr>
                        <a:t>细菌性肺炎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微软雅黑"/>
                        </a:rPr>
                        <a:t>无病原明确数据（非 COVID 肺炎 BALF：髓系居前）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微软雅黑"/>
                        </a:rPr>
                        <a:t>肺泡巨噬细胞、树突状细胞（肺炎链球菌 / 鲍曼不动杆菌）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微软雅黑"/>
                        </a:rPr>
                        <a:t>LPS 急性肺损伤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微软雅黑"/>
                        </a:rPr>
                        <a:t>无合格单细胞数据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微软雅黑"/>
                        </a:rPr>
                        <a:t>肺泡巨噬细胞（对照与 LPS 均第一）、单核来源巨噬细胞、树突状细胞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50" b="1">
                <a:solidFill>
                  <a:srgbClr val="1A1A1A"/>
                </a:solidFill>
                <a:latin typeface="微软雅黑"/>
              </a:rPr>
              <a:t>共同答案：</a:t>
            </a:r>
            <a:r>
              <a:rPr sz="1350" b="0">
                <a:solidFill>
                  <a:srgbClr val="1A1A1A"/>
                </a:solidFill>
                <a:latin typeface="微软雅黑"/>
              </a:rPr>
              <a:t>肺内 IL18（pro-IL-18）主要由髓系细胞转录——肺泡巨噬细胞、树突状细胞、单核来源巨噬细胞；人肺泡及气道上皮（AT1、气道）确有转录；T/NK、B、内皮、成纤维接近零。感染改变各群的细胞数量，不改变“哪些细胞转录 IL18”。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1672</Words>
  <Application>WPS 演示</Application>
  <PresentationFormat>On-screen Show (16:9)</PresentationFormat>
  <Paragraphs>94</Paragraphs>
  <Slides>7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2" baseType="lpstr">
      <vt:lpstr>Arial</vt:lpstr>
      <vt:lpstr>宋体</vt:lpstr>
      <vt:lpstr>Wingdings</vt:lpstr>
      <vt:lpstr>微软雅黑</vt:lpstr>
      <vt:lpstr>方正雅意黑 GB18030L2</vt:lpstr>
      <vt:lpstr>微软雅黑</vt:lpstr>
      <vt:lpstr>微软雅黑</vt:lpstr>
      <vt:lpstr>Calibri</vt:lpstr>
      <vt:lpstr>Helvetica Neue</vt:lpstr>
      <vt:lpstr>宋体</vt:lpstr>
      <vt:lpstr>Arial Unicode MS</vt:lpstr>
      <vt:lpstr>等线</vt:lpstr>
      <vt:lpstr>汉仪中等线KW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月满西楼</cp:lastModifiedBy>
  <cp:revision>2</cp:revision>
  <dcterms:created xsi:type="dcterms:W3CDTF">2026-10-07T11:29:59Z</dcterms:created>
  <dcterms:modified xsi:type="dcterms:W3CDTF">2026-10-07T11:29:59Z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2052-12.1.26046.26046</vt:lpwstr>
  </property>
  <property fmtid="{D5CDD505-2E9C-101B-9397-08002B2CF9AE}" pid="3" name="ICV">
    <vt:lpwstr>6BF7DD5AA27E5314372DC66AFB58A0E7_42</vt:lpwstr>
  </property>
</Properties>
</file>