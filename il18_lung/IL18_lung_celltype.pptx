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肺内 pro-IL-18 转录的细胞类型谱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063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人与小鼠 · 静息与病原感染 · 单细胞转录组 + 分选 bulk 交叉验证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个单细胞数据集（人 17 · 小鼠 7） </a:t>
            </a:r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CELLxGENE Census LTS 2025-11-08  ·  以供体为统计单位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8D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本分析为 IL18 转录本丰度（= pro-IL-18 转录信号），不等价于前体蛋白储量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哪些细胞转录 IL18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11296" cy="3566160"/>
          </a:xfrm>
          <a:prstGeom prst="roundRect">
            <a:avLst>
              <a:gd name="adj" fmla="val 2083"/>
            </a:avLst>
          </a:prstGeom>
          <a:solidFill>
            <a:srgbClr val="F7F8FA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97480"/>
            <a:ext cx="3054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髓系是主要来源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83280"/>
            <a:ext cx="305409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树突状细胞、肺泡巨噬细胞、单核来源巨噬细胞在几乎所有数据集排名最前。小鼠肺泡巨噬细胞最突出（阳性率常 &gt;90%）。静息与感染条件下一致。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511296" cy="3566160"/>
          </a:xfrm>
          <a:prstGeom prst="roundRect">
            <a:avLst>
              <a:gd name="adj" fmla="val 2083"/>
            </a:avLst>
          </a:prstGeom>
          <a:solidFill>
            <a:srgbClr val="F7F8FA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20574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697480"/>
            <a:ext cx="3054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上皮确有转录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383280"/>
            <a:ext cx="305409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经环境 RNA 校正的 Tabula Sapiens 中 AT1 排名第一、气道上皮居前。校正几乎不改变上皮信号，却清除内皮/淋巴信号——上皮 IL18 非污染所致。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783080"/>
            <a:ext cx="3511296" cy="3566160"/>
          </a:xfrm>
          <a:prstGeom prst="roundRect">
            <a:avLst>
              <a:gd name="adj" fmla="val 2083"/>
            </a:avLst>
          </a:prstGeom>
          <a:solidFill>
            <a:srgbClr val="F7F8FA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75320" y="20574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697480"/>
            <a:ext cx="3054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淋巴·内皮·成纤维接近零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3383280"/>
            <a:ext cx="305409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T/NK、B/浆细胞、内皮、成纤维阳性比例多 ≤5%。DICE（人）与 ImmGen（鼠）分选 bulk 证实 T/NK/B 的零为真零，非 dropout。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577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感染（SARS-CoV-2、流感、细菌、LPS）未改变“哪些细胞转录 IL18”——主要来源仍是髓系；感染主要改变各群的细胞数量而非表达谱。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数据与方法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覆盖范围与统计规则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物种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240280" y="18745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人、小鼠全程分开，任何表与图均不合并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9864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基因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240280" y="289864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严格以 Ensembl ID 取：人 ENSG00000150782 / 鼠 ENSMUSG00000039217，每个数据集均命中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92277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3922776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静息 · SARS-CoV-2 · 甲型流感 · 细菌性肺炎 · LPS 急性肺损伤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94690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细胞类型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240280" y="4946904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统一为 11 类；用作者注释，不重新聚类（LPS 两套为自行注释，见末页）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18745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统计单位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18745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供体/动物，绝不以细胞为重复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89864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289864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供体×细胞类型 n_cells&lt;20 置 NA；条件 n_donors&lt;3 仅描述统计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392277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跨数据集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3922776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只比数据集内排序，不比 logCPM 绝对值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494690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 RNA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0" y="4946904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无法校正的 10x 数据其上皮结果不进结论；Tabula Sapiens 用作者 decontX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2910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来源：CZ CELLxGENE Census、Human Lung Cell Atlas、Tabula Sapiens/Muris Senis、LungMAP、COVID-19 Cell Atlas、GEO；零值参考 DICE（人）与 ImmGen（鼠）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 · 总览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每个单细胞数据集的 IL18 散点图</a:t>
            </a:r>
            <a:endParaRPr lang="en-US" sz="2600" dirty="0"/>
          </a:p>
        </p:txBody>
      </p:sp>
      <p:pic>
        <p:nvPicPr>
          <p:cNvPr id="4" name="Image 0" descr="/home/user/aaa/il18_lung/figures/master_hum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6837" y="1417320"/>
            <a:ext cx="7255278" cy="4937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62910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点大小=供体中位阳性比例；颜色=数据集内排序（1=最高）。空心点=环境 RNA 未校正的上皮类，不用于结论。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小鼠 · 总览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每个单细胞数据集的 IL18 散点图</a:t>
            </a:r>
            <a:endParaRPr lang="en-US" sz="2600" dirty="0"/>
          </a:p>
        </p:txBody>
      </p:sp>
      <p:pic>
        <p:nvPicPr>
          <p:cNvPr id="4" name="Image 0" descr="/home/user/aaa/il18_lung/figures/master_mou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133" y="1508760"/>
            <a:ext cx="10138685" cy="4526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62910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肺泡巨噬细胞在静息、流感、细菌、LPS 全部条件下均排名第一。带 * 为自行注释的 LPS 数据集。流感仅示 d42。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上皮信号的真伪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 RNA 校正后，上皮 IL18 依然存在</a:t>
            </a:r>
            <a:endParaRPr lang="en-US" sz="2600" dirty="0"/>
          </a:p>
        </p:txBody>
      </p:sp>
      <p:pic>
        <p:nvPicPr>
          <p:cNvPr id="4" name="Image 0" descr="/home/user/aaa/il18_lung/figures/human/H03_TabulaSapiens_lu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8884" y="1600200"/>
            <a:ext cx="7291184" cy="2606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4654296"/>
            <a:ext cx="82296" cy="822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05840" y="45720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decontX 校正几乎不改变上皮：AT1 阳性 72.8% → 72.5%，基底细胞 61% → 61%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77240" y="5129784"/>
            <a:ext cx="82296" cy="822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05840" y="5047488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却清除了内皮/淋巴信号：毛细血管内皮 3.1% → 0.7%，B 细胞 5.0% → 2.4%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77240" y="5605272"/>
            <a:ext cx="82296" cy="822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05840" y="5522976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结论：人肺泡及气道上皮的 IL18 并非肺泡巨噬细胞游离 RNA 污染所致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甲型流感 · 小鼠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感染全程肺泡巨噬细胞稳居第一（PR8，第 0–366 天）</a:t>
            </a:r>
            <a:endParaRPr lang="en-US" sz="2600" dirty="0"/>
          </a:p>
        </p:txBody>
      </p:sp>
      <p:pic>
        <p:nvPicPr>
          <p:cNvPr id="4" name="Image 0" descr="/home/user/aaa/il18_lung/figures/mouse/M03_PostFlu_timeser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5436" y="1463040"/>
            <a:ext cx="7618081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62910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感染未产生新的高表达细胞类型。第 6 天肺泡巨噬细胞被耗竭至每样本 &lt;20 个细胞（按规则置 NA），该时点中性粒细胞短暂升为最高可计类别。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零值判读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真零 vs 技术零（对照分选 bulk）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72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011680"/>
                <a:gridCol w="4480560"/>
                <a:gridCol w="21945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细胞类型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单细胞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分选 bulk 参考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 / NK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阳性 ≤2%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DICE 初始 T 0.1–0.35 TPM；ImmGen 脾 T/Treg = 0 reads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 / 浆细胞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阳性 ≤5%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DICE 初始 B 1.68 TPM；ImmGen 脾 B 20–47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低但非零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内皮 / 成纤维 / 上皮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阳性 ≤5%（上皮除外）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DICE/ImmGen 无对应分选群体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 bulk 可判（上皮另由 decontX 判定）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髓系（巨噬/DC/单核）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阳性高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DICE 单核 13–30 TPM；ImmGen 肺泡巨噬 &gt;2000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一致的真表达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62910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仅并列呈现，不做统计检验（规格 §6.3）。完整表：results/il18_zero_check.tsv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数据缺口与偏离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如实记录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 · 甲型流感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3474720" y="182880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数据缺口：人肺流感单细胞几乎不存在（唯一候选为单供体离体肺）。未用鼻腔/外周血填补。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5292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 · 细菌性肺炎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2852928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无病原逐例明确的数据；仅以非 COVID 肺炎 BALF 作替代。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877056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 · LPS 急性肺损伤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3877056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无合格单细胞数据（仅 BAL 刺激、无对照）。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901184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小鼠 · LPS 急性肺损伤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4901184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已纳入 GSE280364、GSE280611（全肺、2 vs 2、含对照）。因无作者逐细胞注释，采用自行注释（scanpy Leiden + marker），属经授权的偏离；结果与其余数据一致（肺泡巨噬细胞排名第一）。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3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A0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288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肺内 IL18 主要由髓系细胞转录——肺泡巨噬细胞、树突状细胞、单核来源巨噬细胞；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上皮（AT1、气道）确有转录；感染不改变这一格局。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A0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5262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census_scan.tsv · datasets.yaml · celltype_map.tsv · il18_celltype_table.tsv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il18_summary.tsv · il18_zero_check.tsv · il18_within_study_tests.tsv · run_log.md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figures/（人鼠分开的逐数据集散点图） · README.md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8D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本分析为转录本丰度，不等价于前体蛋白储量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2026-10-07T09:58:53Z</dcterms:created>
  <dcterms:modified xsi:type="dcterms:W3CDTF">2026-10-07T09:58:53Z</dcterms:modified>
</cp:coreProperties>
</file>