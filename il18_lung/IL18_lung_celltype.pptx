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57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肺内 IL18 转录（pro-IL-18）的细胞类型谱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静息与病原感染 · 单细胞转录组，并以分选 bulk（DICE、ImmGen）交叉验证零值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97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测量对象：IL18 转录本，即 pro-IL-18 的转录信号。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 IL-18 由 caspase 切割前体产生，pro/成熟之分属蛋白层面，转录层面无法区分。本分析为转录本丰度，不等价于前体蛋白储量。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个单细胞数据集（人 17 · 小鼠 7） · CELLxGENE Census LTS 2025-11-08 · 以供体为统计单位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结论：哪些细胞转录 IL18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髓系是主要来源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931920" y="141732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树突状细胞、肺泡巨噬细胞、单核来源巨噬细胞在几乎所有数据集排名最前。小鼠肺泡巨噬细胞阳性率常 &gt;90%。静息与感染条件下一致。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24328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上皮确有转录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624328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经环境 RNA 校正的 Tabula Sapiens 中 AT1 排名第一、气道上皮居前；校正几乎不改变上皮信号却清除内皮/淋巴信号，说明上皮 IL18 并非污染所致。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31336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淋巴 · 内皮 · 成纤维接近零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3831336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T/NK、B/浆细胞、内皮、成纤维阳性比例多 ≤5%。DICE（人）与 ImmGen（鼠）分选 bulk 证实 T/NK/B 的零为真零，非 dropout。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038344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感染不改变表达谱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5038344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SARS-CoV-2、流感、细菌、LPS 下主要来源仍是髓系；研究内比较显示感染主要改变各群细胞数量，而非“哪些细胞转录 IL18”。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数据、方法与来源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物种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3716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人、小鼠全程分开，表与图均不合并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基因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9385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Ensembl ID 取：人 ENSG00000150782 / 鼠 ENSMUSG00000039217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0545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细胞类型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505456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统一为 11 类；用作者注释，不重新聚类（小鼠 LPS 两套无作者注释，自行注释）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7238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072384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以供体为单位；n_cells&lt;20 置 NA，n_donors&lt;3 仅描述统计；跨数据集只比数据集内排序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63931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363931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无法校正的 10x 数据其上皮结果不进结论；Tabula Sapiens 用作者 decontX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10881360" cy="0"/>
          </a:xfrm>
          <a:prstGeom prst="line">
            <a:avLst/>
          </a:prstGeom>
          <a:noFill/>
          <a:ln w="12700">
            <a:solidFill>
              <a:srgbClr val="D8DB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数据库来源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663440"/>
            <a:ext cx="11338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Census（主入口，人/小鼠肺）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029200"/>
            <a:ext cx="11338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 Lung Cell Atlas · Tabula Sapiens · Tabula Muris Senis · LungMAP/CellRef · Cross-tissue Immune · Travaglini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394960"/>
            <a:ext cx="11338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COVID-19 Cell Atlas：Melms / Delorey / Bharat 尸检 · Liao / Wauters / Grant BALF · Wu 离体肺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1338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GEO 小鼠：S. pneumoniae GSE236342 · A. baumannii GSE313334 · LPS-ALI GSE280364 / GSE280611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26480"/>
            <a:ext cx="11338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零值参考（分选 bulk）：DICE（人）· ImmGen（鼠）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· 各单细胞数据集的 IL18 散点图</a:t>
            </a:r>
            <a:endParaRPr lang="en-US" sz="2500" dirty="0"/>
          </a:p>
        </p:txBody>
      </p:sp>
      <p:pic>
        <p:nvPicPr>
          <p:cNvPr id="3" name="Image 0" descr="/home/user/aaa/il18_lung/figures/mast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6069" y="1234440"/>
            <a:ext cx="7456814" cy="5074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2764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点大小=供体中位阳性比例；颜色=数据集内排序（1=最高）。空心点=环境 RNA 未校正的上皮类，不用于结论。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 · 各单细胞数据集的 IL18 散点图</a:t>
            </a:r>
            <a:endParaRPr lang="en-US" sz="2500" dirty="0"/>
          </a:p>
        </p:txBody>
      </p:sp>
      <p:pic>
        <p:nvPicPr>
          <p:cNvPr id="3" name="Image 0" descr="/home/user/aaa/il18_lung/figures/mast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928" y="1371600"/>
            <a:ext cx="10241096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2764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肺泡巨噬细胞在静息、流感、细菌、LPS 全部条件下排名第一。带 * 为自行注释的 LPS 数据集；流感仅示 d42。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上皮信号经环境 RNA 校正后依然存在</a:t>
            </a:r>
            <a:endParaRPr lang="en-US" sz="2500" dirty="0"/>
          </a:p>
        </p:txBody>
      </p:sp>
      <p:pic>
        <p:nvPicPr>
          <p:cNvPr id="3" name="Image 0" descr="/home/user/aaa/il18_lung/figures/human/H03_TabulaSapiens_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6799" y="1417320"/>
            <a:ext cx="7035353" cy="25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4389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decontX 校正几乎不改变上皮：AT1 阳性 72.8% → 72.5%，基底细胞 61% → 61%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64608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却清除了内皮/淋巴信号：毛细血管内皮 3.1% → 0.7%，B 细胞 5.0% → 2.4%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34009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故人肺泡及气道上皮的 IL18 并非肺泡巨噬细胞游离 RNA 污染所致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零值判读：真零 vs 技术零（对照分选 bulk）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011680"/>
                <a:gridCol w="438912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单细胞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分选 bulk 参考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 / NK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阳性 ≤2%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 初始 T 0.1–0.35 TPM；ImmGen 脾 T/Treg = 0 reads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/ 浆细胞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阳性 ≤5%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 初始 B 1.68 TPM；ImmGen 脾 B 20–47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低但非零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内皮 / 成纤维 / 上皮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阳性 ≤5%（上皮除外）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DICE/ImmGen 无对应分选群体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 bulk 可判（上皮由 decontX 判定）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髓系（巨噬/DC/单核）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阳性高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 单核 13–30 TPM；ImmGen 肺泡巨噬 &gt;2000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一致的真表达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632764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仅并列呈现，不做统计检验。完整表：results/il18_zero_check.tsv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数据缺口与偏离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· 甲型流感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3474720" y="14173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数据缺口：人肺流感单细胞几乎不存在（唯一候选为单供体离体肺）；未用鼻腔/外周血填补。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· 细菌性肺炎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5146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无病原逐例明确的数据；仅以非 COVID 肺炎 BALF 作替代。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118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· LPS 急性肺损伤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36118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无合格单细胞数据（仅 BAL 刺激、无对照）。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7091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 · LPS 急性肺损伤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47091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已纳入 GSE280364、GSE280611（全肺、2 vs 2、含对照）。因无作者注释，经授权采用自行注释（scanpy Leiden + marker），结果与其余数据一致（肺泡巨噬细胞排名第一）。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2026-10-07T11:15:39Z</dcterms:created>
  <dcterms:modified xsi:type="dcterms:W3CDTF">2026-10-07T11:15:39Z</dcterms:modified>
</cp:coreProperties>
</file>