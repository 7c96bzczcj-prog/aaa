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IL18 34.9% 而 CASP1 2.60%（138/5299），是人肺唯一两项都成立的一档。IL18 最高的三类反而不符合：CD1c+ 树突状 52.8% 对 CASP1 32.3%、间皮 51.8% 对 18.3%、肺泡巨噬 50.7% 对 57.9%。该分层 39 个细胞类型，本页按 IL18 取前 20。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个细胞类型无一符合。IL18 最高的巨噬 53.1% 对 CASP1 38.5%，浆细胞样树突状 37.7% 对 42.8%，单核 20.9% 对 52.3%——肝的 IL18 信号集中在髓系，而髓系正是 CASP1 最高的一类。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30.3%（1301/4288）而 CASP1 3.45%，是人胰唯一方向相符者，且被分层内相对规则漏掉、由参考层补回。同页肥大细胞 IL18 34.9% 但此分层 CASP1 10.4%，与人肺的肥大细胞不是同一回事。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供体真单细胞，该分层全部 18 类一律列出。PV 与 L5 ET 的 CASP1 近零而 CASP3 为 27.9% 与 34.3%，即不满足「CASP3 最低档」这一排除项。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类全部不符合：小胶质 IL18 52.3% 但 CASP1 11.8%（215/1829），其余 10 类 IL18 均 ≤3.2%。人脊髓白质在转录本层面是明确的否定，不是「数据不足」。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为全器官最高，但 CASP1 13.3%（178/1341），参考层亦确认可测，判为不符合；其余 16 类 IL18 均 ≤18.5%。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Kupffer 细胞 IL18 74.2% 对 CASP1 51.9%。肝细胞 IL18 11.2% 而 CASP1 0.34% 方向相符，但 IL18 未进该分层最高三分位，按 §8 不入候选——这一条列在此处是为了让落选理由可见。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D(δ) 细胞与胰导管细胞是本器官的两个方向相符项。胰岛内分泌细胞 IL18 19.5% 而 CASP1 0.09%，CASP3 33.3%。同一位置的人胰岛 δ 细胞 IL18 仅 0.17%（8/4677），该发现在人不复现。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本页不产候选。星形胶质 IL18 21.0% 而 CASP1 0/404、少突胶质 1/707，方向看似相符，但该分层矩阵只带基因符号（gene_id_unavailable，§1.2），细胞数又少；而参考层的 RiboTag 分选脊髓星形胶质明确测到 Casp1。故小鼠星形胶质的结论只覆盖皮层与海马，不含脊髓。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每行都是可自行核对的观察，不是判定标签。括号内为「阳性细胞 / 分析细胞」，均为合并全部供体的检出率。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61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一条通则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不依赖环境 RNA 校正与检出下限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229868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髓系（巨噬 / 单核 / 树突状 / 小胶质 / 粒细胞）在两物种五器官共 62 个「细胞类型 × 分层」，方向符合的是 0 个：IL18 检出最高的细胞，同时也是 CASP1 检出最高的。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729130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这是共表达模式而不是「近零」断言，因此是本页最不吃边界条件的一条。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6621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小鼠：胶质在顶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1310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Yao 皮层+海马，真单细胞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134210"/>
            <a:ext cx="8439912" cy="9345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2135/3766 = 56.7%（40 供体，分层内 1/24），CASP1 仅 2/3766；少突胶质 27.3%（2452/8987，55 供体），CASP1 2/8987。星形胶质的 4 个参考来源无分歧，但其中只有 3 个是独立纯化测量（RiboTag、TMS FACS、brainrnaseq），第 4 个是 CELLxGENE 汇总、与本筛选同出一个数据家族。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3068726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小鼠脑的另一个分层（单核，10 供体）不复现：星形胶质 IL18 仍排第 1（14579/21878 = 66.6%），CASP1 却是 1018/21878 = 4.65%。单核与单细胞不可定量混比，但「是否入选」这一层的分歧必须写出来——这条最硬的结论在两个可用的小鼠脑分层里只成立于一个。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785616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同为真单细胞的人皮层（78 供体）里这两类只有 4.8%（782/16319）与 1.4%（838/57855）——小鼠这一组在人不成立。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44032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人：神经元在顶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687214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HVS 单细胞 + 三套单核复现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408322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中间神经元 IL18 5286/19711 = 26.8%（78 供体），CASP1 24/19711；另一套 234 供体数据复现 24.9%。L5 ET 在三套数据 31.8%–43.3%，CASP1 为 0/201、3/1358、5/2443。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4907585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但同属皮层中间神经元的 CGE 源中间神经元是全表最弱的一条「符合」：IL18 12.1%（618/5096，44 供体），5 个参考来源里 1 个支持、3 个反对，其中 2 个显示 CASP1 与 IL18 同量级。人侧这条线不像名单看上去那么齐。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5624474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小鼠同名神经元 Casp1 同样近零，但 Il18 只有 2.2%（684/30434）与 5.5%（1333/24181）——人这一组在小鼠不成立。两条物种差异方向相反。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382512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行判定按「同一细胞类型跨分层」折叠为 22 个类型：15 个方向符合（人 10 / 小鼠 5，两边零重合），7 个不符合。完整 32 行见 results/answer_table.tsv。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脑外的 7 个，以及名单弱在哪里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789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87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脑外 7 个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证据都只到单一来源或有分歧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046988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 34.9%（1851/5299，44 供体）、CASP1 2.60%：4 个参考来源里只有 HPA 组织图谱支持近零（29.9 倍），两个 ex vivo 分选来源都测到 CASP1（3.82 与 4.48 倍）——纯化得越干净，CASP1 反而越测得到。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763878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与人胰腺腺泡各只有 1 个参考来源，且都写明「未进候选（CASP1 未进最低三分位）」——靠参考层补回，不是通过了筛选。小鼠胰岛 δ 细胞 6 个来源中 4 支持、1 分歧；人胰岛 δ 细胞 IL18 仅 8/4677，不复现。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480767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 4 类（人脑血管软脑膜、人肝巨核-红系祖、人肺泡外膜成纤维、小鼠 Cajal-Retzius）参考层查不到（n_ref_sources = 0）。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3547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弱在哪里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82366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是没人分选测过，不是检出率低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103474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行「符合 × 多源一致」全部在脑，不等于脑的信号更强：人肺 AT1 与人胰腺腺泡各只有 1 个参考来源，另有 4 类一个都没有，而小鼠星形胶质有 4 个。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3602736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要把一格从单一来源推到多源一致，缺的是具体一次测量：人肺肥大细胞 / AT1 / 人胰腺腺泡各缺一次新鲜原代分选后的 CASP1 定量；小鼠胰岛 δ 缺的是复核那一个分歧来源（比值 5.64）。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5744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「近零」相对于什么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504334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同一测法下的标尺与阳性对照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4225442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阳性对照：同一分选、同一供体、同一建库下，L5a IT 锥体神经元 CASP1 = 8.34 CPM（25 个文库 24 个非零）——不是测不出来，是亚类特异的。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724705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标尺：静息小鼠小胶质 Casp1 约 50–61 CPM / 17% 细胞。小鼠 CNS 里「髓系高」与「零底线」相差约 50 倍，不是 1000 倍。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四条不能省的边界，以及这份名单有多硬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789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四条不能省的边界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 §0.2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046988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转录本即 pro-IL-18 的转录信号，但 pro-IL-18 是储备型蛋白，转录水平与细胞内前体储量不成线性关系。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546250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CASP1 是可诱导基因。本分析是静息基线筛选，静息近零不预测刺激后能否诱导——这一条只能靠带刺激的数据或实验解决。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045513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CASP3 的 mRNA 不反映 caspase-3 酶活性（酶原活化与 XIAP 抑制都在转录后）。本分析仅用它排除最低档，不是三重阳性门。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544775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未做环境 RNA 校正；人鼠之间、数据集之间、单核与单细胞之间只比名单不比数值。小鼠星形胶质的结论只覆盖皮层与海马：小脑 Bergmann 胶质 22.4 CPM、脊髓星形胶质 12.5–16.7 CPM 都测到 Casp1。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417113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名单有多硬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64001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阈值与用途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3385109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三分位与「CASP3 最低 20%」是工程取值、无生物学依据：换成四分位，候选数从 17 掉到 12。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666744"/>
            <a:ext cx="8439912" cy="71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IL-18 转录本在人正常组织不被显著使用：GTEx v8 6792 个样本 707/791471 跨接读段 = 0.09%（SRA v3h 的 0.20% 来自全人类 RNA-seq 汇编，含癌系与剪接因子敲低样本，不能称作正常组织）。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4383634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本名单用于给蛋白与功能层面的验证排优先级。进名单不代表 pro-IL-18 真被加工，不进也不代表不会。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2026-10-14T12:40:07Z</dcterms:created>
  <dcterms:modified xsi:type="dcterms:W3CDTF">2026-10-14T12:40:07Z</dcterms:modified>
</cp:coreProperties>
</file>