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关于「短 IL-18」：转录本层面是明确的否定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人任何正常组织、任何正常细胞类型都不显著使用短 IL18 转录本。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85216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短异构体占比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Ensembl REST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IL18 转录本结构与异构体蛋白长度（人 193 aa vs 148 / 144 aa）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Snaptron（GTEx v8）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逐样本剪接连接计数，54 个组织、6792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Snaptron（recount / SRA v3h）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逐样本剪接连接计数，50790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365760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本分析的全部参考数据库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233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单细胞/单核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4023360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CZ CELLxGENE Census LTS 2025-11-08（29 个分层）· Allen Human Variation Study · SEA-AD · PsychAD · Tabula Muris Senis · Tabula Sapiens · HLCA · CellRef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590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分选 / 纯化 bulk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590288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ImmGen（RNA-seq + 微阵列）· brainrnaseq/Zhang · Pressl 2024 sFANS 分选核 · Allen Human Cortex SMART-seq · RiboTag / TRAP 系列 · LCM 分选 · 多套 GEO FACS 分选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157216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bulk / 蛋白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157216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GTEx v8 · Human Protein Atlas v25（RNA + IHC 蛋白）· Monaco 2019 · Haemopedia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724144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剪接连接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5724144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Snaptron（recount3 / SRA / GTEx）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统一参考表 1714 行，每条带来源、单位、状态与匹配质量标注。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04" y="1051560"/>
            <a:ext cx="9973744" cy="5349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每行一个细胞类型：实心点 = IL18，空心点 = CASP1，两点距离即差距；同一细胞类型在多个数据集重复时取供体最多的一套，右侧标 ×n。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092" y="1051560"/>
            <a:ext cx="10814768" cy="5349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HVS 真单细胞、78 供体；该分层全部 18 个细胞类型一律列出。PV 与 L5 ET 的 CASP1 近零而 CASP3 为 27.9% 与 34.3%，即不满足「CASP3 最低档」这一排除项。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298" y="1188720"/>
            <a:ext cx="9986356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 而 CASP1 仅 2/3766；小胶质 IL18 20.5% 但 CASP1 15/818 = 1.83%，是全脑最高的一档。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 —— 两个以上独立参考来源一致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81328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人脑皮层 PV 中间神经元  IL18 高、CASP1 近零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HVS 单细胞 78 供体 + PsychAD 单核 234 供体；参考层 sFANS 分选核 566 倍、Allen SMART-seq 358 倍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84832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人脑皮层 L5 ET 投射神经元  IL18 高、CASP1 近零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86584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HVS + SEA-AD MTG + SEA-AD DLPFC 三套；参考层 Betz 细胞 275 倍、von Economo 神经元 384 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88336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小鼠皮层与海马 星形胶质  Il18 高、Casp1 近零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990088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个来源；但仅限皮层与海马——小脑 Bergmann 胶质与脊髓星形胶质 Casp1 明确表达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91840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 少突胶质  Il18 高、Casp1 近零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93592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个来源；RiboTag 中 Casp1 比配对全组织更低，是去除而非带入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895344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小鼠胰岛 D(δ) 细胞  Il18 可检、Casp1 近零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197096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个来源；GSE269616 九个文库 Casp1 零条读段。但人胰岛 δ 细胞不成立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 —— 单一来源支持，或尚无匹配参考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8646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肺泡上皮 · 人肺 肥大细胞 · 人胰腺 腺泡细胞 · 小鼠胰 导管细胞 · 人脑 血管软脑膜细胞 · 小鼠脑 Cajal-Retzius 神经元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492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相反 —— 参考层里 CASP1 确实可测，不满足「缺少经典加工酶」这一前提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64184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 肺泡巨噬 · 小鼠脑 小胶质 · 人肺 气道/纤毛上皮 · 人脑 CGE 源中间神经元 · 人肝 嗜碱粒细胞 · 人肝 CD56bright NK · 人肺 树突状细胞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原始计数 ≥1 的细胞数 ÷ 分析细胞数（合并全部供体）。29 个分层，人与小鼠分开，静息基线。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2026-10-13T14:45:03Z</dcterms:created>
  <dcterms:modified xsi:type="dcterms:W3CDTF">2026-10-13T14:45:03Z</dcterms:modified>
</cp:coreProperties>
</file>