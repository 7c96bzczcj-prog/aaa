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 —— 两个以上独立参考来源一致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81328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PV 中间神经元  IL18 高、CASP1 近零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HVS 单细胞 78 供体 + PsychAD 单核 234 供体；参考层 sFANS 分选核 566 倍、Allen SMART-seq 358 倍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84832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人脑皮层 L5 ET 投射神经元  IL18 高、CASP1 近零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86584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HVS + SEA-AD MTG + SEA-AD DLPFC 三套；参考层 Betz 细胞 275 倍、von Economo 神经元 384 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88336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小鼠皮层与海马 星形胶质  Il18 高、Casp1 近零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90088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个来源；但仅限皮层与海马——小脑 Bergmann 胶质与脊髓星形胶质 Casp1 明确表达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91840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少突胶质  Il18 高、Casp1 近零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93592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个来源；RiboTag 中 Casp1 比配对全组织更低，是去除而非带入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895344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小鼠胰岛 D(δ) 细胞  Il18 可检、Casp1 近零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97096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个来源；GSE269616 九个文库 Casp1 零条读段。但人胰岛 δ 细胞不成立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 —— 单一来源支持，或尚无匹配参考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8646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 · 人肺 肥大细胞 · 人胰腺 腺泡细胞 · 小鼠胰 导管细胞 · 人脑 血管软脑膜细胞 · 小鼠脑 Cajal-Retzius 神经元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492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相反 —— CASP1 在其中确实被检出，不是测不准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4184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 肺泡巨噬 · 小鼠脑 小胶质 · 人肺 气道/纤毛上皮 · 人肝 嗜碱粒细胞 · 人肝 CD56bright NK · 人肺 树突状细胞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分析细胞数（合并全部供体）。29 个分层，人与小鼠分开，静息基线。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关于「短 IL-18」：转录本层面是明确的否定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人任何正常组织、任何正常细胞类型都不显著使用短 IL18 转录本。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长短异构体差一个内含框盒式外显子 E4（chr11:112150072-112150206，135 bp = 45 个密码子）：跳过它 193 aa → 148 aa。所有相关剪接连接共用同一受体位点，因此可直接算同一位点上的竞争比例。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14600"/>
          <a:ext cx="106984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011680"/>
                <a:gridCol w="5029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短异构体占比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GTEx 全组织（6792 样本）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最高的组织也只有 0.65%，无任何组织富集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SRA（50790 样本）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占比最高的几个研究全是剪接机器被破坏的实验或癌细胞系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U2AF1 敲低（HFF 原代）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11.1%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U2AF1 是 3' 剪接位点识别的核心因子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Tra2 敲低（MDA-MB-231）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13.5%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Tra2 为剪接因子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CLK2 抑制剂 CC-671（Cal-51）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4.2%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 个样本、84 个检出；CLK 磷酸化 SR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1520" y="50749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所以短 IL18 转录本是剪接噪声，不是受调控的细胞类型特异异构体。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若要追「短 IL-18」，正确的落点是蛋白层面的非经典切割（caspase-3、糜蛋白酶、蛋白酶-3、granzyme B 产物与 caspase-1 不同），转录组看不见，只能做蛋白实验。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 Snaptron（服务 recount/SRA 与 GTEx 的逐样本剪接连接计数）；坐标由 Ensembl 转录本结构推出并与 Snaptron 标注连接核对。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04" y="1051560"/>
            <a:ext cx="9973744" cy="5349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扩充数据后，四个此前无法回答的问题有了答案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人脑：IL18 高的是神经元，不是胶质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280160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Allen HVS（真单细胞 scRNA，78 供体）与 SEA-AD MTG / DLPFC、PsychAD（单核，46 / 44 / 261 供体）。PV 中间神经元与 L5 ET 投射神经元 IL18 检出 21–43%、CASP1 0.07–0.22%，在 3–4 套独立数据集重复。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96312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小鼠的胶质结论是真实物种差异，不是单核测序灵敏度问题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2496312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同为真单细胞 scRNA：人皮层星形胶质 IL18 检出 4.1%（分层内排 16/18，78 供体）、少突胶质 1.4%（17/18）；小鼠 55.4%（1/24）与 27.4%（2/24）。技术相同、供体数都大，差 13–20 倍。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12464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人胰岛 δ 细胞不支持小鼠的发现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3712464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3 套人胰岛 scRNA（19 / 17 / 5 供体，δ 细胞 1217 / 4677 / 2889 个）。三套数据里 δ 细胞 IL18 检出率均为 0.0–0.5%。这是明确的阴性，而扩充前人侧根本没有 δ 细胞可查。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928616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人脊髓：从无结论变成明确阴性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4928616"/>
            <a:ext cx="74066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新增颈段脊髓白质单核图谱（19 供体 15 类，此前只有 1 位供体）。IL18 几乎只在小胶质（检出 52.7%），而小胶质 CASP1 检出 10.5%、分层内排第 2；其余细胞类型 IL18 ≤3.3%。该器官无候选。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检出率的口径：百分比是什么的百分比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该基因原始计数 ≥1 的细胞数 ÷ 分析细胞数（全部供体合并）。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不是表达量占比，不是相对最高值的百分比，不是读段占比。本版不用「供体中位数」：每位供体只有数十到上百个该类型细胞，真实检出率低于约 1/细胞数 时，半数以上供体恰好 0 个阳性细胞，中位数被截断为 0。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14600"/>
          <a:ext cx="106984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164592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阳性细胞 / 分析细胞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合并检出率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供体中位数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有阳性的供体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人·脑 PV 中间神经元（PsychAD）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 / 19711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/ 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人·肺 肥大细胞（HLCA）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 / 5299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/ 44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星形胶质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3766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40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少突胶质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8987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46634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同样显示「0.0%」的两行真实检出率可以差一百倍：肥大细胞 2.60%（138 个阳性细胞、21/44 供体）是真有信号；少突胶质 0.02%（8987 个细胞里 2 个）才是在充分样本下的真·近零。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分母 = 该细胞类型在该分层内、每位供体 ≥20 个细胞后进入分析的细胞总数；图中灰色短竖线为该行可检出的最低非零值 1/n。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小鼠脑（单细胞）：胶质 IL18 可检、CASP1 近乎测不到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454" y="1115568"/>
            <a:ext cx="10740044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未校正：无 GPU、Census 源矩阵无空液滴；全部候选为待验证，对低表达的神经元/胶质候选影响最大。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2199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单核与单细胞不可混比；跨器官只比候选名单，跨物种不比表达量。人脑的「可能」来自单细胞与单核两类数据，二者各自成立，不互为验证。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18104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人脑神经元的参考层只到「CNS 神经元」这一级，没有按中间神经元亚类分选的 bulk；该级参考里另有两个来源显示 CASP1 与 IL18 同量级，故为「可能」而非「确定」。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14216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三分位、CASP3 最低 20%、20 倍 / 3 倍比值分界均为工程取值，无生物学依据；完整数值已输出，可自行重切。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91032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≠ pro-IL-18 蛋白储量；CASP3 mRNA ≠ caspase-3 酶活性；静息基线不回答刺激后 CASP1 能否诱导。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2026-10-13T14:32:25Z</dcterms:created>
  <dcterms:modified xsi:type="dcterms:W3CDTF">2026-10-13T14:32:25Z</dcterms:modified>
</cp:coreProperties>
</file>