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哪些细胞 IL18 高且 CASP1 低</a:t>
            </a:r>
            <a:endParaRPr lang="en-US" sz="3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51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人与小鼠 · 肺 肝 胰 脑 脊髓 · 静息基线 · 以供体为统计单位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答案：</a:t>
            </a:r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多源参考一致支持的是 </a:t>
            </a:r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B7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小鼠脑星形胶质与少突胶质</a:t>
            </a:r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；有单一来源支持、值得优先验证的潜在可能是 </a:t>
            </a:r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F5F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人肺肥大细胞、小鼠胰岛 D(δ) 细胞、小鼠胰导管细胞，以及被相对规则漏掉的人肺 AT1</a:t>
            </a:r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。肺泡巨噬、小胶质等不入选，是因为 CASP1 在它们之中确实被检出（肺泡巨噬 178/1341 = 13.3%），不是因为测不准。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检出率 = 原始计数 ≥1 的细胞数 ÷ 分析细胞数（合并全部供体）；本版全部标注阳性细胞数与阳性供体数。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分级答案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7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多源一致支持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1463040"/>
            <a:ext cx="8275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 星形胶质 · 小鼠脑 少突胶质
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Allen Brain Map + CELLxGENE + brainrnaseq/Zhang 三源一致：Il18 明确存在而 Casp1 处于零底线（星形胶质 115.1 vs 1.13 FPKM）。本数据中 Casp1 阳性细胞 2/3766 与 2/8987。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46888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5F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潜在可能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468880"/>
            <a:ext cx="8275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 肥大细胞 · 小鼠胰 胰岛 D(δ) 细胞 · 小鼠胰 胰导管细胞
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肥大细胞 HPA IL18 331.5 nCPM 为人肺最高、CASP1 11.1（约 30 倍），本数据 CASP1 138/5299 = 2.6%；胰岛 δ 细胞有 FACS 分选证据（13.16 vs 0.016 RPKM），两套独立数据同向。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7472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4C87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潜在（相对规则漏掉）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3474720"/>
            <a:ext cx="8275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 AT1 肺泡上皮（单细胞 + 单核）
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IL18 分层内排名 3/39（单细胞）与 1/23（单核），HPA IL18 214.1 vs CASP1 7.9 nCPM（27 倍）。未进候选只因该分层另有三分之一细胞类型 CASP1 更低；其自身 CASP1 检出 单核 1.9% / 单细胞 4.2%，并不算低，故列为需复核的潜在项。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48056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CASP1 确实存在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4480560"/>
            <a:ext cx="8275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小鼠肺 肺泡巨噬 · 人肺 气道多纤毛上皮 · 小鼠脑 小胶质/CNS巨噬 · 人肺 纤毛上皮
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肺泡巨噬 IL18 检出 71.6% 为全部候选最高，但 ImmGen 分选 Casp1=511（比值 4.7），本数据 CASP1 178/1341 = 13.3%，14/14 供体均有阳性。排除理由是 CASP1 被检出。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48640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方向相反，排除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5486400"/>
            <a:ext cx="8275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人肝 嗜碱粒细胞 · 人肺 树突状细胞
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人肝嗜碱粒细胞参考层 CASP1 60–234 nTPM vs IL18 4.7–14.8（比值 0.085）；人肺树突状细胞 2.0 倍。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候选总览：同一条检出率轴上看 IL18 与 CASP1</a:t>
            </a:r>
            <a:endParaRPr lang="en-US" sz="2500" dirty="0"/>
          </a:p>
        </p:txBody>
      </p:sp>
      <p:pic>
        <p:nvPicPr>
          <p:cNvPr id="3" name="Image 0" descr="/home/user/aaa/il18_casp5organ/figures/answer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710" y="1115568"/>
            <a:ext cx="10805532" cy="5212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每行一个细胞类型：实心点 = IL18，空心点 = CASP1，两点之间的距离就是差距；人与小鼠分开，不作跨物种比较。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检出率的口径：为什么上一版这一页全是 0%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上一版标注的是「供体中位数检出率」。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每位供体只有数十到上百个该类型细胞，当真实检出率低于约 1/细胞数 时，半数以上供体恰好 0 个阳性细胞，中位数即为 0——这是统计量把低值截断，不是真的没有检出。本版改用合并检出率并标注阳性细胞数。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606040"/>
          <a:ext cx="1069848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743200"/>
                <a:gridCol w="1737360"/>
                <a:gridCol w="1554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细胞类型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CASP1 阳性细胞 / 分析细胞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合并检出率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供体中位数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有阳性的供体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人·肺 肥大细胞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138 / 5299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2.6%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 / 44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小鼠·脑 小胶质/CNS巨噬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 / 818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1.8%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/ 20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小鼠·胰 胰导管细胞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/ 1947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/ 9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小鼠·脑 少突胶质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/ 8987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/ 55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31520" y="484632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同样显示「0.0%」的两行，真实检出率相差一百倍以上：肥大细胞 2.60%（138 个阳性细胞、21/44 供体）是真有信号；少突胶质 0.02%（8987 个细胞里 2 个）才是在充分样本下的真·近零。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分母 = 该细胞类型在该分层内、每位供体 ≥20 个细胞后进入分析的细胞总数；分子 = 其中原始计数 ≥1 的细胞数。不是表达量占比、不是相对最高值的百分比、不是读段占比。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小鼠脑（单细胞）：胶质 IL18 可检、CASP1 处于零底线</a:t>
            </a:r>
            <a:endParaRPr lang="en-US" sz="2500" dirty="0"/>
          </a:p>
        </p:txBody>
      </p:sp>
      <p:pic>
        <p:nvPicPr>
          <p:cNvPr id="3" name="Image 0" descr="/home/user/aaa/il18_casp5organ/figures/mouse/brain_c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410878"/>
            <a:ext cx="10908792" cy="212768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点大小 = 检出率，颜色 = log2(CPM+1)，三基因各自色标。astrocyte / oligodendrocyte 归入 glia 谱系。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必须注明的物种差异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916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级结论为小鼠特异，不可外推到人。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6888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小鼠脑（Zhang 分选）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246888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星形胶质 Il18 115.1 / Casp1 1.13 FPKM（约 102 倍）；少突胶质 24.7 / 0.12。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42900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人脑（HPA 单核）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342900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小胶质 IL18 338.5 nCPM 压倒性最高，星形胶质仅 3.7、少突胶质 2.6。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38912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含义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438912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人脑的「IL18 高」属于小胶质，而人小胶质 CASP1 为 41.2 nCPM（比值 8.2），不满足「加工酶缺失」前提。人脑中目前没有对应的 A 级候选。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9164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 RNA 未校正：无 GPU、Census 源矩阵无空液滴；全部候选为待验证，对低表达的神经/胶质候选影响最大。</a:t>
            </a:r>
            <a:endParaRPr lang="en-US" sz="145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56032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单核与单细胞不可混比；跨器官只比候选名单，跨物种不比表达量。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4290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三分位、CASP3 最低 20%、以及本次的 20 倍 / 3 倍参考比值分界均为工程取值，无生物学依据；完整数值已输出，可自行重切。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2976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IL18 转录本 ≠ pro-IL-18 蛋白储量；CASP3 mRNA ≠ caspase-3 酶活性；静息基线不回答刺激后 CASP1 能否诱导。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2026-10-13T12:39:51Z</dcterms:created>
  <dcterms:modified xsi:type="dcterms:W3CDTF">2026-10-13T12:39:51Z</dcterms:modified>
</cp:coreProperties>
</file>