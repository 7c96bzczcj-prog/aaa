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关于「短 IL-18」：转录本层面是明确的否定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人任何正常组织、任何正常细胞类型都不显著使用短 IL18 转录本。</a:t>
            </a:r>
            <a:endParaRPr lang="en-US" sz="17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85216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短异构体占比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Ensembl REST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IL18 转录本结构与异构体蛋白长度（人 193 aa vs 148 / 144 aa）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Snaptron（GTEx v8）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逐样本剪接连接计数，54 个组织、6792 个样本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Snaptron（recount / SRA v3h）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逐样本剪接连接计数，50790 个样本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3657600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本分析的全部参考数据库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233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单细胞/单核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4023360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CZ CELLxGENE Census LTS 2025-11-08（29 个分层）· Allen Human Variation Study · SEA-AD · PsychAD · Tabula Muris Senis · Tabula Sapiens · HLCA · CellRef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59028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分选 / 纯化 bulk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4590288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ImmGen（RNA-seq + 微阵列）· brainrnaseq/Zhang · Pressl 2024 sFANS 分选核 · Allen Human Cortex SMART-seq · RiboTag / TRAP 系列 · LCM 分选 · 多套 GEO FACS 分选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157216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 bulk / 蛋白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157216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GTEx v8 · Human Protein Atlas v25（RNA + IHC 蛋白）· Monaco 2019 · Haemopedia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724144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剪接连接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926080" y="5724144"/>
            <a:ext cx="85039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Snaptron（recount3 / SRA / GTEx）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统一参考表 1714 行，每条带来源、单位、状态与匹配质量标注。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7604" y="1051560"/>
            <a:ext cx="9973744" cy="5349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每行一个细胞类型：实心点 = IL18，空心点 = CASP1，两点距离即差距；同一细胞类型在多个数据集重复时取供体最多的一套，右侧标 ×n。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小鼠：同一条检出率轴上看 IL18 与 CASP1</a:t>
            </a:r>
            <a:endParaRPr lang="en-US" sz="2400" dirty="0"/>
          </a:p>
        </p:txBody>
      </p:sp>
      <p:pic>
        <p:nvPicPr>
          <p:cNvPr id="3" name="Image 0" descr="/home/user/aaa/il18_casp5organ/figures/answ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06740"/>
            <a:ext cx="10908792" cy="342739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人与小鼠分开绘制，不作跨物种定量比较。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人脑（单细胞）：IL18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human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092" y="1051560"/>
            <a:ext cx="10814768" cy="5349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Allen HVS 真单细胞、78 供体；该分层全部 18 个细胞类型一律列出。PV 与 L5 ET 的 CASP1 近零而 CASP3 为 27.9% 与 34.3%，即不满足「CASP3 最低档」这一排除项。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小鼠脑（单细胞）：IL18 / CASP1 / CASP3 三基因</a:t>
            </a:r>
            <a:endParaRPr lang="en-US" sz="2400" dirty="0"/>
          </a:p>
        </p:txBody>
      </p:sp>
      <p:pic>
        <p:nvPicPr>
          <p:cNvPr id="3" name="Image 0" descr="/home/user/aaa/il18_casp5organ/figures/mouse/brain_cell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298" y="1188720"/>
            <a:ext cx="9986356" cy="4846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635508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星形胶质 IL18 56.7% 而 CASP1 仅 2/3766；小胶质 IL18 20.5% 但 CASP1 15/818 = 1.83%，是全脑最高的一档。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「方向」= 是否符合「IL18 高 + CASP1 低」这一前提；「证据」= 支持该方向的独立参考来源有多少、是否一致。两者分开看。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29844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7A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 · 多源一致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≥2 个独立来源，无一例外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261872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小鼠脑 星形胶质 · 人脑 L5 ET 投射神经元 · 小鼠脑 少突胶质 · 人脑 PV 中间神经元 · 人脑 枝形 PV 中间神经元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4825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 · 多源有分歧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04288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多数来源支持，但有来源测到 CASP1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01168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肥大细胞 · 小鼠胰 胰岛 D(δ) 细胞 · 人脑 CGE 源中间神经元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9806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 · 单一来源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054096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 1 个来源支持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276148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人肺 AT1 肺泡上皮 · 人胰 胰腺腺泡细胞 · 小鼠胰 胰导管细胞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54787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C87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 · 无参考可查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803904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无分选参考，仅本数据方向相符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511296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人脑 血管软脑膜细胞 · 人肝 巨核-红系祖细胞 · 人肺 肺泡外膜成纤维 · 小鼠脑 Cajal-Retzius 神经元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2976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不符合 · 多源一致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55371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参考层 CASP1 确实可测或 ≥ IL18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4261104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小鼠肺 肺泡巨噬 · 人肺 气道多纤毛上皮 · 小鼠脑 小胶质/CNS巨噬 · 人肺 纤毛上皮 · 人肝 嗜碱粒细胞 · 人肺 树突状细胞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04748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556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不符合 · 无参考可查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3035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无参考，本数据自身即方向相反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749040" y="5010912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人肝 CD56bright NK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7150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两条必须一起说的边界：小鼠星形胶质的结论仅限皮层与海马（小脑 Bergmann 胶质与脊髓星形胶质 Casp1 明确表达）；人的 PV / L5 ET 神经元结论在小鼠没有对应物（小鼠这两类 Casp1 同样近零，但 Il18 不高）。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635508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检出率 = 原始计数 ≥1 的细胞数 ÷ 分析细胞数（合并全部供体）。29 个分层，人与小鼠分开，静息基线；未做环境 RNA 校正。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2026-10-13T14:56:32Z</dcterms:created>
  <dcterms:modified xsi:type="dcterms:W3CDTF">2026-10-13T14:56:32Z</dcterms:modified>
</cp:coreProperties>
</file>