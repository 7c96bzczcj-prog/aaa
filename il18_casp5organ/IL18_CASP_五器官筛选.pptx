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哪些细胞 IL18 高且 CASP1 低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514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 · 肺 肝 胰 脑 脊髓 · 静息基线 · 29 个分层 · 以供体为统计单位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204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答案分三类。</a:t>
            </a:r>
            <a:pPr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确定：</a:t>
            </a:r>
            <a:pPr indent="0" marL="0">
              <a:lnSpc>
                <a:spcPct val="13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小鼠脑星形胶质、少突胶质。　</a:t>
            </a:r>
            <a:pPr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可能：</a:t>
            </a:r>
            <a:pPr indent="0" marL="0">
              <a:lnSpc>
                <a:spcPct val="13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人脑皮层 PV 中间神经元与 L5 ET 投射神经元（3–4 套独立数据集重复）、人肺 AT1 与肥大细胞、人胰腺腺泡细胞、小鼠胰岛 D(δ) 细胞与胰导管细胞。　</a:t>
            </a:r>
            <a:pPr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相反：</a:t>
            </a:r>
            <a:pPr indent="0" marL="0">
              <a:lnSpc>
                <a:spcPct val="13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小鼠肺泡巨噬与小胶质、人肺气道/纤毛上皮、人肝嗜碱粒细胞与 CD56bright NK、人肺树突状细胞——CASP1 在它们之中确实被检出。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 = 原始计数 ≥1 的细胞数 ÷ 分析细胞数（合并全部供体），每个数字都标注阳性细胞数。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三类答案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≥2 个独立参考来源一致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3520440" y="1371600"/>
            <a:ext cx="80467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 星形胶质 · 小鼠脑 少突胶质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Allen Brain Map + CELLxGENE + brainrnaseq/Zhang 三源一致：Il18 明确存在而 Casp1 处于零底线（星形胶质 115.1 vs 1.13 FPKM）。本数据 Casp1 阳性细胞仅 2/3766 与 2/8987，样本量足够大，近零是真的近零。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81528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单一来源支持，或本数据一致但尚无匹配参考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3081528"/>
            <a:ext cx="80467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AT1 肺泡上皮 · 人肺 肥大细胞 · 人脑 L5 ET 投射神经元 · 人脑 血管软脑膜细胞 · 人胰 胰腺腺泡细胞 · 人脑 PV 中间神经元 · 人肝 巨核-红系祖细胞 · 人脑 枝形 PV 中间神经元 · 人肺 肺泡外膜成纤维 · 人脑 CGE 源中间神经元 · 小鼠胰 胰岛 D(δ) 细胞 · 小鼠胰 胰导管细胞 · 小鼠脑 Cajal-Retzius 神经元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人脑皮层 PV 中间神经元（HVS 单细胞 78 供体 + PsychAD 单核 234 供体）与 L5 ET 投射神经元（HVS + SEA-AD MTG + SEA-AD DLPFC）CASP1 合并检出 0.07–0.22%，在 3–4 套独立数据集里重复；人肺 AT1 在 3 套数据集被同一条相对规则漏掉；小鼠胰岛 D(δ) 有 FACS 分选证据（13.16 vs 0.016 RPKM）。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791456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相反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参考层显示 CASP1 确实存在，或方向与前提相反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4791456"/>
            <a:ext cx="80467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气道多纤毛上皮 · 人肝 CD56bright NK · 人肺 纤毛上皮 · 人肝 嗜碱粒细胞 · 人肺 树突状细胞 · 小鼠肺 肺泡巨噬 · 小鼠脑 小胶质/CNS巨噬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小鼠肺泡巨噬 IL18 71.6% 为全部最高，但 CASP1 也是最高的 13.3%（178/1341，14/14 供体），ImmGen 分选 Casp1=511；人肝 CD56bright NK 的 CASP1 检出 25.2% 反而高于 IL18 的 19.1%。排除理由是 CASP1 被检出，不是测不准。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04" y="1051560"/>
            <a:ext cx="9973744" cy="5349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每行一个细胞类型：实心点 = IL18，空心点 = CASP1，两点距离即差距；同一细胞类型在多个数据集重复时取供体最多的一套，右侧标 ×n。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m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06740"/>
            <a:ext cx="10908792" cy="342739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人与小鼠分开绘制，不作跨物种定量比较。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扩充数据后，四个此前无法回答的问题有了答案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人脑：IL18 高的是神经元，不是胶质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1280160"/>
            <a:ext cx="74066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Allen HVS（真单细胞 scRNA，78 供体）与 SEA-AD MTG / DLPFC、PsychAD（单核，46 / 44 / 261 供体）。PV 中间神经元与 L5 ET 投射神经元 IL18 检出 21–43%、CASP1 0.07–0.22%，在 3–4 套独立数据集重复。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96312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小鼠的胶质结论是真实物种差异，不是单核测序灵敏度问题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2496312"/>
            <a:ext cx="74066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同为真单细胞 scRNA：人皮层星形胶质 IL18 检出 4.1%（分层内排 16/18，78 供体）、少突胶质 1.4%（17/18）；小鼠 55.4%（1/24）与 27.4%（2/24）。技术相同、供体数都大，差 13–20 倍。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12464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人胰岛 δ 细胞不支持小鼠的发现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3712464"/>
            <a:ext cx="74066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3 套人胰岛 scRNA（19 / 17 / 5 供体，δ 细胞 1217 / 4677 / 2889 个）。三套数据里 δ 细胞 IL18 检出率均为 0.0–0.5%。这是明确的阴性，而扩充前人侧根本没有 δ 细胞可查。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928616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人脊髓：从无结论变成明确阴性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4928616"/>
            <a:ext cx="74066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新增颈段脊髓白质单核图谱（19 供体 15 类，此前只有 1 位供体）。IL18 几乎只在小胶质（检出 52.7%），而小胶质 CASP1 检出 10.5%、分层内排第 2；其余细胞类型 IL18 ≤3.3%。该器官无候选。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检出率的口径：百分比是什么的百分比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258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 = 该基因原始计数 ≥1 的细胞数 ÷ 分析细胞数（全部供体合并）。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不是表达量占比，不是相对最高值的百分比，不是读段占比。本版不用「供体中位数」：每位供体只有数十到上百个该类型细胞，真实检出率低于约 1/细胞数 时，半数以上供体恰好 0 个阳性细胞，中位数被截断为 0。</a:t>
            </a:r>
            <a:endParaRPr lang="en-US" sz="14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514600"/>
          <a:ext cx="106984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164592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CASP1 阳性细胞 / 分析细胞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合并检出率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供体中位数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有阳性的供体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人·脑 PV 中间神经元（PsychAD）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 / 19711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/ 78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人·肺 肥大细胞（HLCA）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 / 5299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2.6%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 / 44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小鼠·脑 星形胶质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3766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40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小鼠·脑 少突胶质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8987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55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46634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同样显示「0.0%」的两行真实检出率可以差一百倍：肥大细胞 2.60%（138 个阳性细胞、21/44 供体）是真有信号；少突胶质 0.02%（8987 个细胞里 2 个）才是在充分样本下的真·近零。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分母 = 该细胞类型在该分层内、每位供体 ≥20 个细胞后进入分析的细胞总数；图中灰色短竖线为该行可检出的最低非零值 1/n。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小鼠脑（单细胞）：胶质 IL18 可检、CASP1 近乎测不到</a:t>
            </a:r>
            <a:endParaRPr lang="en-US" sz="2400" dirty="0"/>
          </a:p>
        </p:txBody>
      </p:sp>
      <p:pic>
        <p:nvPicPr>
          <p:cNvPr id="3" name="Image 0" descr="/home/user/aaa/il18_casp5organ/figures/mouse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454" y="1115568"/>
            <a:ext cx="10740044" cy="5212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56.7% 而 CASP1 仅 2/3766；小胶质 IL18 20.5% 但 CASP1 15/818 = 1.83%，是全脑最高的一档。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258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 RNA 未校正：无 GPU、Census 源矩阵无空液滴；全部候选为待验证，对低表达的神经元/胶质候选影响最大。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2199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单核与单细胞不可混比；跨器官只比候选名单，跨物种不比表达量。人脑的「可能」来自单细胞与单核两类数据，二者各自成立，不互为验证。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18104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人脑神经元的参考层只到「CNS 神经元」这一级，没有按中间神经元亚类分选的 bulk；该级参考里另有两个来源显示 CASP1 与 IL18 同量级，故为「可能」而非「确定」。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14216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三分位、CASP3 最低 20%、20 倍 / 3 倍比值分界均为工程取值，无生物学依据；完整数值已输出，可自行重切。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91032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IL18 转录本 ≠ pro-IL-18 蛋白储量；CASP3 mRNA ≠ caspase-3 酶活性；静息基线不回答刺激后 CASP1 能否诱导。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2026-10-13T13:50:12Z</dcterms:created>
  <dcterms:modified xsi:type="dcterms:W3CDTF">2026-10-13T13:50:12Z</dcterms:modified>
</cp:coreProperties>
</file>