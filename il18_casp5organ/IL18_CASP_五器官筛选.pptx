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920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五器官单细胞筛选：哪些细胞 IL18 高且 CASP1 低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88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/ 肝 / 胰 / 脑 / 脊髓 · 静息基线 · 以供体为统计单位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经分选 bulk 的 CASP1 零值判读后，真正可信的候选只有一组——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中枢神经系统的神经元与胶质（小鼠脑星形胶质、胶质谱系、少突胶质、Cajal-Retzius 神经元）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：它们 IL18 可检、CASP1 本就真低。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本分析是优先级筛选，不是机制证据；候选未做环境 RNA 校正，属待验证。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结论：候选分三类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可信（CASP1 真低）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155448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/ 胶质谱系 / 少突胶质 / Cajal-Retzius 神经元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bulk 证实 CNS 神经元/胶质 CASP1 本就极低，故“CASP1 低”为真——优先验证对象。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718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降级（疑为 dropout）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97180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小鼠肺泡巨噬、人肺肥大/树突、人肝嗜碱、小鼠脑小胶质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bulk 显示这些免疫/巨噬 CASP1 普遍强表达，单细胞的低/零多为技术性，不可信。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降级（无分选对照）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438912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 D 细胞 / 胰导管 / 气道纤毛细胞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实质上皮无同等分选 bulk，CASP1 低的真伪无法判定。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候选总览：IL18 检出率与 CASP1 零值判读</a:t>
            </a:r>
            <a:endParaRPr lang="en-US" sz="2500" dirty="0"/>
          </a:p>
        </p:txBody>
      </p:sp>
      <p:pic>
        <p:nvPicPr>
          <p:cNvPr id="3" name="Image 0" descr="/home/user/aaa/il18_casp5organ/figures/candidat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1342" y="1234440"/>
            <a:ext cx="662626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小鼠脑（单细胞）：神经元/胶质 IL18 可检、CASP1 真低</a:t>
            </a:r>
            <a:endParaRPr lang="en-US" sz="2500" dirty="0"/>
          </a:p>
        </p:txBody>
      </p:sp>
      <p:pic>
        <p:nvPicPr>
          <p:cNvPr id="3" name="Image 0" descr="/home/user/aaa/il18_casp5organ/figures/mouse/brain_c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6598"/>
            <a:ext cx="10908792" cy="212768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点大小=检出率，颜色=log2(CPM+1)，三基因各自色标；谱系级。astrocyte/oligodendrocyte 类属 glia。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小鼠肺（单细胞）：巨噬 IL18 最高，但 CASP1 也在表达</a:t>
            </a:r>
            <a:endParaRPr lang="en-US" sz="2500" dirty="0"/>
          </a:p>
        </p:txBody>
      </p:sp>
      <p:pic>
        <p:nvPicPr>
          <p:cNvPr id="3" name="Image 0" descr="/home/user/aaa/il18_casp5organ/figures/mouse/lung_c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01666"/>
            <a:ext cx="10908792" cy="283754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resident_macrophage 的 IL18 最强，但 CASP1 面板显示其并非真低——故肺泡巨噬候选按 dropout 降级。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关键限制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= pro-IL-18 转录信号，但 ≠ 前体蛋白储量；CASP3 mRNA ≠ caspase-3 酶活性。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146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单核（脑/脊髓）与单细胞（其余器官）不可混比；跨器官只比候选名单，不比表达量。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未做环境 RNA 校正（无 GPU、无空液滴），全部候选为待验证；上皮/神经元候选尤需复核污染。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519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静息基线筛选；CASP1 可诱导，刺激后能否诱导本数据无法回答。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2026-10-13T10:10:17Z</dcterms:created>
  <dcterms:modified xsi:type="dcterms:W3CDTF">2026-10-13T10:10:17Z</dcterms:modified>
</cp:coreProperties>
</file>