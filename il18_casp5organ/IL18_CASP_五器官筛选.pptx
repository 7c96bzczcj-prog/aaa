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关于「短 IL-18」：转录本层面是明确的否定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人任何正常组织、任何正常细胞类型都不显著使用短 IL18 转录本。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85216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短异构体占比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Ensembl REST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IL18 转录本结构与异构体蛋白长度（人 193 aa vs 148 / 144 aa）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Snaptron（GTEx v8）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逐样本剪接连接计数，54 个组织、6792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Snaptron（recount / SRA v3h）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逐样本剪接连接计数，50790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365760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本分析的全部参考数据库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233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单细胞/单核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4023360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CZ CELLxGENE Census LTS 2025-11-08（29 个分层）· Allen Human Variation Study · SEA-AD · PsychAD · Tabula Muris Senis · Tabula Sapiens · HLCA · CellRef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590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分选 / 纯化 bulk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590288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ImmGen（RNA-seq + 微阵列）· brainrnaseq/Zhang · Pressl 2024 sFANS 分选核 · Allen Human Cortex SMART-seq · RiboTag / TRAP 系列 · LCM 分选 · 多套 GEO FACS 分选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157216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bulk / 蛋白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157216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GTEx v8 · Human Protein Atlas v25（RNA + IHC 蛋白）· Monaco 2019 · Haemopedia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724144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剪接连接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5724144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Snaptron（recount3 / SRA / GTEx）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统一参考表 1714 行，每条带来源、单位、状态与匹配质量标注。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6455" y="1051560"/>
            <a:ext cx="903604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每行一个细胞类型：实心点 = IL18，空心点 = CASP1，两点距离即差距；同一细胞类型在多个数据集重复时取供体最多的一套，右侧标 ×n。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人肺（HLCA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肥大细胞 IL18 34.9% 而 CASP1 2.60%（138/5299），是人肺唯一两项都成立的一档。IL18 最高的三类反而不符合：CD1c+ 树突状 52.8% 对 CASP1 32.3%、间皮 51.8% 对 18.3%、肺泡巨噬 50.7% 对 57.9%。该分层 39 个细胞类型，本页按 IL18 取前 20。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人肝（Guilliams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个细胞类型无一符合。IL18 最高的巨噬 53.1% 对 CASP1 38.5%，浆细胞样树突状 37.7% 对 42.8%，单核 20.9% 对 52.3%——肝的 IL18 信号集中在髓系，而髓系正是 CASP1 最高的一类。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人胰（48 供体胰岛单细胞）：IL18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胰腺腺泡细胞 IL18 30.3%（1301/4288）而 CASP1 3.45%，是人胰唯一方向相符者，且被分层内相对规则漏掉、由参考层补回。同页肥大细胞 IL18 34.9% 但此分层 CASP1 10.4%，与人肺的肥大细胞不是同一回事。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人脑（Allen HVS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供体真单细胞，该分层全部 18 类一律列出。PV 与 L5 ET 的 CASP1 近零而 CASP3 为 27.9% 与 34.3%，即不满足「CASP3 最低档」这一排除项。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人脊髓（颈段白质单核）：IL18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类全部不符合：小胶质 IL18 52.3% 但 CASP1 11.8%（215/1829），其余 10 类 IL18 均 ≤3.2%。人脊髓白质在转录本层面是明确的否定，不是「数据不足」。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 IL18 71.6% 为全器官最高，但 CASP1 13.3%（178/1341），参考层亦确认可测，判为不符合；其余 16 类 IL18 均 ≤18.5%。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小鼠肝（Tabula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Kupffer 细胞 IL18 74.2% 对 CASP1 51.9%。肝细胞 IL18 11.2% 而 CASP1 0.34% 方向相符，但 IL18 未进该分层最高三分位，按 §8 不入候选——这一条列在此处是为了让落选理由可见。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小鼠胰（小鼠胰岛图谱单细胞）：IL18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胰岛 D(δ) 细胞与胰导管细胞是本器官的两个方向相符项。胰岛内分泌细胞 IL18 19.5% 而 CASP1 0.09%，CASP3 33.3%。同一位置的人胰岛 δ 细胞 IL18 仅 0.17%（8/4677），该发现在人不复现。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小鼠脑（Yao 皮层+海马单细胞）：IL18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 而 CASP1 仅 2/3766；小胶质 IL18 20.5% 但 CASP1 15/818 = 1.83%，是全脑最高的一档。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小鼠脊髓（GSE103892 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本页不产候选。星形胶质 IL18 21.0% 而 CASP1 0/404、少突胶质 1/707，方向看似相符，但该分层矩阵只带基因符号（gene_id_unavailable，§1.2），细胞数又少；而参考层的 RiboTag 分选脊髓星形胶质明确测到 Casp1。故小鼠星形胶质的结论只覆盖皮层与海马，不含脊髓。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8696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检出率均为合并口径（原始计数 ≥1 的细胞数 ÷ 分析细胞数，合并全部供体）。29 个分层，静息基线。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38988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48740"/>
            <a:ext cx="1019556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髓系细胞不满足筛选前提。</a:t>
            </a:r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巨噬、单核、树突状、小胶质与粒细胞在两物种五器官共 62 个「细胞类型 × 分层」中无一方向符合；IL18 检出率最高的细胞类型同时也是 CASP1 检出率最高的。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08483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43684"/>
            <a:ext cx="1019556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小鼠的命中集中于胶质。</a:t>
            </a:r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皮层与海马星形胶质 IL18 56.7%（2135/3766，40 供体）、CASP1 2/3766；少突胶质 27.3%（2452/8987，55 供体）、CASP1 2/8987。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77977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738628"/>
            <a:ext cx="1019556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人的命中集中于皮层神经元亚类。</a:t>
            </a:r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PV 中间神经元 IL18 26.8%（5286/19711，78 供体）、CASP1 24/19711，另一队列（234 供体）复现；L5 ET 投射神经元三个分层 IL18 31.8%–43.3%、CASP1 均 ≤5 个阳性细胞。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347472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433572"/>
            <a:ext cx="1019556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两组命中不跨物种成立。</a:t>
            </a:r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人皮层星形胶质 IL18 仅 4.8%（782/16319，78 供体）；小鼠皮层 PV 中间神经元 Casp1 同样近零，但 Il18 仅 2.2%（684/30434，52 供体）。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416966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128516"/>
            <a:ext cx="1019556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脑外共 7 个细胞类型方向符合，证据均为单一来源或存在分歧。</a:t>
            </a:r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其中检出率最高者为人肺肥大细胞 IL18 34.9%（1851/5299，44 供体）、CASP1 2.60%。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86460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823460"/>
            <a:ext cx="1019556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人肝与人脊髓无方向符合者。</a:t>
            </a:r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Guilliams 肝图谱 11 类、颈段脊髓白质 11 类，逐类核对后均不符合。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531266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5271516"/>
            <a:ext cx="1019556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 IL-18 转录本在人正常组织中不被显著使用。</a:t>
            </a:r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GTEx v8 6792 个样本中占 0.09%（707/791471 跨接读段）。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400800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行判定按同一细胞类型跨分层折叠为 22 个类型：15 个方向符合（人 10、小鼠 5，两物种零重合），7 个不符合。完整判定见 results/answer_table.tsv。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判定依据与证据强度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1556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参考层覆盖不均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53312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影响证据分级，不影响检出率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3063240" y="1083564"/>
            <a:ext cx="8439912" cy="7004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行「符合 × 多源一致」全部位于脑。人肺 AT1 与人胰腺腺泡各仅 1 个参考来源，另有 4 个细胞类型无参考来源（n_ref_sources = 0），而小鼠星形胶质为 4 个。证据分级在相当程度上反映参考层覆盖，而非检出率差异。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783994"/>
            <a:ext cx="8439912" cy="488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与人胰腺腺泡的 screen_status 为「未进候选（CASP1 未进最低三分位）」，二者系由参考层补回，未通过分层内相对规则。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3687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来源独立性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2404872"/>
            <a:ext cx="8439912" cy="7004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小鼠星形胶质的 4 个参考来源中，3 个为独立纯化测量（GSE100329 RiboTag、Tabula Muris Senis FACS-SmartSeq2、brainrnaseq/Zhang），第 4 个为 CELLxGENE 跨语料汇总，与本筛选同属一个数据家族。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3105302"/>
            <a:ext cx="8439912" cy="488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人肺肥大细胞的 4 个来源中，支持 CASP1 近零者为 HPA 组织图谱（比值 29.9），两个 ex vivo 分选来源均测到 CASP1（比值 3.82 与 4.48）。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75818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分层内不复现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99592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§3 应予报告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3726180"/>
            <a:ext cx="8439912" cy="488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小鼠脑另一分层（单核，10 供体）中星形胶质 IL18 仍居首位（14579/21878 = 66.6%），但 CASP1 为 1018/21878 = 4.65%，不入候选。单核与单细胞不作定量比较，候选集成员这一层级的分歧仍须报告。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4214470"/>
            <a:ext cx="8439912" cy="488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 CGE 源中间神经元为全表证据最弱的一条「符合」：IL18 12.1%（618/5096，44 供体），5 个参考来源中 1 个支持、3 个反对，其中 2 个显示 CASP1 与 IL18 处于同一量级。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867351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零值标尺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05095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判断「近零」的参照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063240" y="4835347"/>
            <a:ext cx="8439912" cy="7004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静息小鼠小胶质 Casp1 约 50–61 CPM、17% 细胞；小鼠 CNS 内「髓系高」与零底线相差约 50 倍。阳性对照：同一分选、同一供体、同一建库下 L5a IT 锥体神经元 CASP1 = 8.34 CPM（25 个文库中 24 个非零）。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708599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后续测量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946343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将单一来源推进为多源一致所需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5676595"/>
            <a:ext cx="8439912" cy="488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人肺肥大细胞、人肺 AT1、人胰腺腺泡各需一次新鲜原代分选后的 CASP1 定量；小鼠胰岛 δ 细胞需复核比值为 5.64 的分歧来源。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适用边界与阈值敏感性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1556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四条适用边界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53312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规格 §0.2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3063240" y="1083564"/>
            <a:ext cx="8439912" cy="488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转录本为 pro-IL-18 的转录信号；pro-IL-18 属储备型蛋白，转录水平与细胞内前体储量不成线性关系。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571854"/>
            <a:ext cx="8439912" cy="488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CASP1 为可诱导基因。本分析为静息基线筛选，静息态近零不预测刺激后能否诱导，该限制只能由带刺激条件的数据或实验解决。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2060143"/>
            <a:ext cx="8439912" cy="488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CASP3 的 mRNA 不反映 caspase-3 酶活性（酶原活化与 XIAP 抑制均发生于转录后）。本分析仅用其排除最低档，不构成三重阳性门。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2548433"/>
            <a:ext cx="8439912" cy="7004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未做环境 RNA 校正；物种之间、数据集之间、单核与单细胞之间仅比较候选名单，不比较数值。小鼠星形胶质的结论仅覆盖皮层与海马：小脑 Bergmann 胶质 22.4 CPM、脊髓星形胶质 12.5–16.7 CPM 均测到 Casp1。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413455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阈值敏感性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51199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§9.6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3381451"/>
            <a:ext cx="8439912" cy="488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三分位与「CASP3 最低 20%」为工程取值，无生物学依据。改用四分位后候选数由 17 降至 12；CASP3 下限改为 10% 与 30% 时分别为 17 与 16。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254703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用途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4222699"/>
            <a:ext cx="8439912" cy="488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本名单用于为蛋白与功能层面的验证排定器官与细胞类型的优先级。列入名单不表示 pro-IL-18 确被加工，未列入亦不表示不会。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2026-10-14T13:18:30Z</dcterms:created>
  <dcterms:modified xsi:type="dcterms:W3CDTF">2026-10-14T13:18:30Z</dcterms:modified>
</cp:coreProperties>
</file>