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关于「短 IL-18」：转录本层面是明确的否定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人任何正常组织、任何正常细胞类型都不显著使用短 IL18 转录本。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短异构体占比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Ensembl REST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IL18 转录本结构与异构体蛋白长度（人 193 aa vs 148 / 144 aa）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Snaptron（GTEx v8）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逐样本剪接连接计数，54 个组织、6792 个样本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Snaptron（recount / SRA v3h）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逐样本剪接连接计数，50790 个样本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365760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本分析的全部参考数据库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23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单细胞/单核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402336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CZ CELLxGENE Census LTS 2025-11-08（29 个分层）· Allen Human Variation Study · SEA-AD · PsychAD · Tabula Muris Senis · Tabula Sapiens · HLCA · CellRef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902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分选 / 纯化 bulk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45902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ImmGen（RNA-seq + 微阵列）· brainrnaseq/Zhang · Pressl 2024 sFANS 分选核 · Allen Human Cortex SMART-seq · RiboTag / TRAP 系列 · LCM 分选 · 多套 GEO FACS 分选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572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bulk / 蛋白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5157216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GTEx v8 · Human Protein Atlas v25（RNA + IHC 蛋白）· Monaco 2019 · Haemopedia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7241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剪接连接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572414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Snaptron（recount3 / SRA / GTEx）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统一参考表 1714 行，每条带来源、单位、状态与匹配质量标注。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人：同一条检出率轴上看 IL18 与 CASP1</a:t>
            </a:r>
            <a:endParaRPr lang="en-US" sz="2400" dirty="0"/>
          </a:p>
        </p:txBody>
      </p:sp>
      <p:pic>
        <p:nvPicPr>
          <p:cNvPr id="3" name="Image 0" descr="/home/user/aaa/il18_casp5organ/figures/answer_hu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455" y="1051560"/>
            <a:ext cx="903604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每行一个细胞类型：实心点 = IL18，空心点 = CASP1，两点距离即差距；同一细胞类型在多个数据集重复时取供体最多的一套，右侧标 ×n。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小鼠：同一条检出率轴上看 IL18 与 CASP1</a:t>
            </a:r>
            <a:endParaRPr lang="en-US" sz="2400" dirty="0"/>
          </a:p>
        </p:txBody>
      </p:sp>
      <p:pic>
        <p:nvPicPr>
          <p:cNvPr id="3" name="Image 0" descr="/home/user/aaa/il18_casp5organ/figures/answer_m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06740"/>
            <a:ext cx="10908792" cy="34273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人与小鼠分开绘制，不作跨物种定量比较。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人肺（HLCA 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human/lung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肥大细胞 IL18 34.9% 而 CASP1 2.60%（138/5299），是人肺唯一两项都成立的一档。IL18 最高的三类反而不符合：CD1c+ 树突状 52.8% 对 CASP1 32.3%、间皮 51.8% 对 18.3%、肺泡巨噬 50.7% 对 57.9%。该分层 39 个细胞类型，本页按 IL18 取前 20。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人肝（Guilliams 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human/liver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个细胞类型无一符合。IL18 最高的巨噬 53.1% 对 CASP1 38.5%，浆细胞样树突状 37.7% 对 42.8%，单核 20.9% 对 52.3%——肝的 IL18 信号集中在髓系，而髓系正是 CASP1 最高的一类。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人胰（48 供体胰岛单细胞）：IL18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human/pancreas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胰腺腺泡细胞 IL18 30.3%（1301/4288）而 CASP1 3.45%，是人胰唯一方向相符者，且被分层内相对规则漏掉、由参考层补回。同页肥大细胞 IL18 34.9% 但此分层 CASP1 10.4%，与人肺的肥大细胞不是同一回事。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人脑（Allen HVS 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human/brain_cell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供体真单细胞，该分层全部 18 类一律列出。PV 与 L5 ET 的 CASP1 近零而 CASP3 为 27.9% 与 34.3%，即不满足「CASP3 最低档」这一排除项。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人脊髓（颈段白质单核）：IL18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human/spinal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类全部不符合：小胶质 IL18 52.3% 但 CASP1 11.8%（215/1829），其余 10 类 IL18 均 ≤3.2%。人脊髓白质在转录本层面是明确的否定，不是「数据不足」。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小鼠肺（Tabula Muris Senis 10x）：IL18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mouse/lung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肺泡巨噬 IL18 71.6% 为全器官最高，但 CASP1 13.3%（178/1341），参考层亦确认可测，判为不符合；其余 16 类 IL18 均 ≤18.5%。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小鼠肝（Tabula Muris Senis 10x）：IL18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mouse/liver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Kupffer 细胞 IL18 74.2% 对 CASP1 51.9%。肝细胞 IL18 11.2% 而 CASP1 0.34% 方向相符，但 IL18 未进该分层最高三分位，按 §8 不入候选——这一条列在此处是为了让落选理由可见。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小鼠胰（小鼠胰岛图谱单细胞）：IL18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mouse/pancreas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胰岛 D(δ) 细胞与胰导管细胞是本器官的两个方向相符项。胰岛内分泌细胞 IL18 19.5% 而 CASP1 0.09%，CASP3 33.3%。同一位置的人胰岛 δ 细胞 IL18 仅 0.17%（8/4677），该发现在人不复现。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小鼠脑（Yao 皮层+海马单细胞）：IL18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mouse/brain_cell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星形胶质 IL18 56.7% 而 CASP1 仅 2/3766；小胶质 IL18 20.5% 但 CASP1 15/818 = 1.83%，是全脑最高的一档。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小鼠脊髓（GSE103892 单核）：IL18 / CASP1 / CASP3 三基因</a:t>
            </a:r>
            <a:endParaRPr lang="en-US" sz="2400" dirty="0"/>
          </a:p>
        </p:txBody>
      </p:sp>
      <p:pic>
        <p:nvPicPr>
          <p:cNvPr id="3" name="Image 0" descr="/home/user/aaa/il18_casp5organ/figures/mouse/spinal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090879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0"/>
            <a:ext cx="10927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本页不产候选。星形胶质 IL18 21.0% 而 CASP1 0/404、少突胶质 1/707，方向看似相符，但该分层矩阵只带基因符号（gene_id_unavailable，§1.2），细胞数又少；而参考层的 RiboTag 分选脊髓星形胶质明确测到 Casp1。故小鼠星形胶质的结论只覆盖皮层与海马，不含脊髓。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「方向」= 是否符合「IL18 高 + CASP1 低」这一前提；「证据」= 支持该方向的独立参考来源有多少、是否一致。两者分开看。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 · 多源一致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个独立来源，无一例外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261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小鼠脑 星形胶质 · 人脑 L5 ET 投射神经元 · 小鼠脑 少突胶质 · 人脑 PV 中间神经元 · 人脑 枝形 PV 中间神经元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482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 · 多源有分歧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多数来源支持，但有来源测到 CASP1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人肺 肥大细胞 · 小鼠胰 胰岛 D(δ) 细胞 · 人脑 CGE 源中间神经元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98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 · 单一来源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54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1 个来源支持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76148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人肺 AT1 肺泡上皮 · 人胰 胰腺腺泡细胞 · 小鼠胰 胰导管细胞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47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87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 · 无参考可查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无分选参考，仅本数据方向相符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51129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人脑 血管软脑膜细胞 · 人肝 巨核-红系祖细胞 · 人肺 肺泡外膜成纤维 · 小鼠脑 Cajal-Retzius 神经元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97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不符合 · 多源一致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53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参考层 CASP1 确实可测或 ≥ IL18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26110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小鼠肺 肺泡巨噬 · 人肺 气道多纤毛上皮 · 小鼠脑 小胶质/CNS巨噬 · 人肺 纤毛上皮 · 人肝 嗜碱粒细胞 · 人肺 树突状细胞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47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6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不符合 · 无参考可查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03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无参考，本数据自身即方向相反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01091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人肝 CD56bright NK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两条必须一起说的边界：小鼠星形胶质的结论仅限皮层与海马（小脑 Bergmann 胶质与脊髓星形胶质 Casp1 明确表达）；人的 PV / L5 ET 神经元结论在小鼠没有对应物（小鼠这两类 Casp1 同样近零，但 Il18 不高）。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3550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检出率 = 原始计数 ≥1 的细胞数 ÷ 分析细胞数（合并全部供体）。29 个分层，人与小鼠分开，静息基线；未做环境 RNA 校正。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2026-10-13T15:21:44Z</dcterms:created>
  <dcterms:modified xsi:type="dcterms:W3CDTF">2026-10-13T15:21:44Z</dcterms:modified>
</cp:coreProperties>
</file>