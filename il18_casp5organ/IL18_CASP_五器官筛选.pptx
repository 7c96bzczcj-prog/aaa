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答案分三类。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小鼠脑星形胶质、少突胶质。　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与肥大细胞、小鼠胰岛 D(δ) 细胞与胰导管细胞、小鼠脑 Cajal-Retzius 神经元。　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小鼠肺泡巨噬与小胶质、人肺气道/纤毛上皮、人肝嗜碱粒细胞、人肺树突状细胞——它们不入选，是因为 CASP1 确实被检出（肺泡巨噬 178/1341 = 13.3%，14/14 供体），不是因为测不准。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分析细胞数（合并全部供体）；本版全部标注阳性细胞数与阳性供体数。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三类答案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≥2 个独立参考来源一致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1417320"/>
            <a:ext cx="8001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小鼠脑 少突胶质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Brain Map + CELLxGENE + brainrnaseq/Zhang 三源一致：Il18 明确存在而 Casp1 处于零底线（星形胶质 115.1 vs 1.13 FPKM）。本数据 Casp1 阳性细胞仅 2/3766 与 2/8987，样本量足够大，近零是真的近零。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44952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单一来源支持，或本数据一致但尚无匹配参考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3044952"/>
            <a:ext cx="8001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人肺 肥大细胞 · 小鼠胰 胰岛 D(δ) 细胞 · 小鼠胰 胰导管细胞 · 小鼠脑 Cajal-Retzius 神经元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HPA IL18 331.5 nCPM 为人肺最高、CASP1 11.1（约 30 倍），本数据 CASP1 138/5299 = 2.6%；胰岛 D(δ) 有 FACS 分选证据（13.16 vs 0.016 RPKM），两套独立数据同向；AT1 被分层内相对规则漏掉（IL18 排名 3/39 与 1/23），其自身 CASP1 单核 1.9% / 单细胞 4.2% 并不算低；Cajal-Retzius 神经元 CASP1 0/136，但该行最低只能看到 0.74%，且无匹配参考。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672584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参考层显示 CASP1 确实存在，或方向与前提相反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4672584"/>
            <a:ext cx="8001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人肺 气道多纤毛上皮 · 小鼠脑 小胶质/CNS巨噬 · 人肺 纤毛上皮 · 人肝 嗜碱粒细胞 · 人肺 树突状细胞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检出 71.6% 为全部最高，但 CASP1 也是最高的 178/1341 = 13.3%（14/14 供体均有阳性），ImmGen 分选 Casp1=511（比值 4.7）；小胶质 3.4 倍、气道上皮 11.9 倍；人肝嗜碱粒细胞参考层 CASP1 60–234 nTPM vs IL18 4.7–14.8（比值 0.085），方向相反。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候选总览：同一条检出率轴上看 IL18 与 CASP1</a:t>
            </a:r>
            <a:endParaRPr lang="en-US" sz="2500" dirty="0"/>
          </a:p>
        </p:txBody>
      </p:sp>
      <p:pic>
        <p:nvPicPr>
          <p:cNvPr id="3" name="Image 0" descr="/home/user/aaa/il18_casp5organ/figures/answer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710" y="1115568"/>
            <a:ext cx="10805532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CASP1，两点之间的距离就是差距；人与小鼠分开，不作跨物种比较。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检出率的口径：为什么上一版这一页全是 0%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上一版标注的是「供体中位数检出率」。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每位供体只有数十到上百个该类型细胞，当真实检出率低于约 1/细胞数 时，半数以上供体恰好 0 个阳性细胞，中位数即为 0——这是统计量把低值截断，不是真的没有检出。本版改用合并检出率并标注阳性细胞数。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606040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173736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小胶质/CNS巨噬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/ 818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/ 20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小鼠·胰 胰导管细胞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1947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8463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同样显示「0.0%」的两行，真实检出率相差一百倍以上：肥大细胞 2.60%（138 个阳性细胞、21/44 供体）是真有信号；少突胶质 0.02%（8987 个细胞里 2 个）才是在充分样本下的真·近零。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个细胞后进入分析的细胞总数；分子 = 其中原始计数 ≥1 的细胞数。不是表达量占比、不是相对最高值的百分比、不是读段占比。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近乎测不到</a:t>
            </a:r>
            <a:endParaRPr lang="en-US" sz="25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454" y="1115568"/>
            <a:ext cx="1074004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必须注明的物种差异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级结论为小鼠特异，不可外推到人。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小鼠脑（Zhang 分选）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46888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Il18 115.1 / Casp1 1.13 FPKM（约 102 倍）；少突胶质 24.7 / 0.12。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人脑（HPA 单核）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34290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IL18 338.5 nCPM 压倒性最高，星形胶质仅 3.7、少突胶质 2.6。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891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438912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人脑的「IL18 高」属于小胶质，而人小胶质 CASP1 为 41.2 nCPM（比值 8.2），不满足「加工酶缺失」前提。人脑中目前没有对应的 A 级候选。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源矩阵无空液滴；全部候选为待验证，对低表达的神经/胶质候选影响最大。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20%、以及本次的 20 倍 / 3 倍参考比值分界均为工程取值，无生物学依据；完整数值已输出，可自行重切。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976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2026-10-13T12:55:47Z</dcterms:created>
  <dcterms:modified xsi:type="dcterms:W3CDTF">2026-10-13T12:55:47Z</dcterms:modified>
</cp:coreProperties>
</file>