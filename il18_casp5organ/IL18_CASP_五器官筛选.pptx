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关于「短 IL-18」：转录本层面是明确的否定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人任何正常组织、任何正常细胞类型都不显著使用短 IL18 转录本。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85216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短异构体占比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Ensembl REST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IL18 转录本结构与异构体蛋白长度（人 193 aa vs 148 / 144 aa）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Snaptron（GTEx v8）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逐样本剪接连接计数，54 个组织、6792 个样本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Snaptron（recount / SRA v3h）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逐样本剪接连接计数，50790 个样本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3657600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本分析的全部参考数据库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233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单细胞/单核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926080" y="4023360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CZ CELLxGENE Census LTS 2025-11-08（29 个分层）· Allen Human Variation Study · SEA-AD · PsychAD · Tabula Muris Senis · Tabula Sapiens · HLCA · CellRef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59028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分选 / 纯化 bulk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590288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ImmGen（RNA-seq + 微阵列）· brainrnaseq/Zhang · Pressl 2024 sFANS 分选核 · Allen Human Cortex SMART-seq · RiboTag / TRAP 系列 · LCM 分选 · 多套 GEO FACS 分选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157216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 bulk / 蛋白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5157216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GTEx v8 · Human Protein Atlas v25（RNA + IHC 蛋白）· Monaco 2019 · Haemopedia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724144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剪接连接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926080" y="5724144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Snaptron（recount3 / SRA / GTEx）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统一参考表 1714 行，每条带来源、单位、状态与匹配质量标注。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6455" y="1051560"/>
            <a:ext cx="903604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实心点 = IL18，空心点 = CASP1。同一细胞类型在多个数据集重复时取供体最多的一套。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m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06740"/>
            <a:ext cx="10908792" cy="342739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人与小鼠分开绘制，不作跨物种定量比较。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人肺（HLCA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lung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肥大细胞是人肺唯一两项都成立的一档；IL18 最高的三类 CASP1 同样高。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人肝（Guilliams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liver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类无一符合。肝的 IL18 集中在髓系，而髓系的 CASP1 最高。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人胰（48 供体胰岛单细胞）：IL18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pancreas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胰腺腺泡细胞 IL18 30.3%、CASP1 3.45%，人胰唯一方向相符者。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人脑（Allen HVS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PV 与 L5 ET 的 CASP1 近零，CASP3 为 27.9% 与 34.3%，不在最低档。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人脊髓（颈段白质单核）：IL18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spina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小胶质 IL18 52.3% 但 CASP1 11.8%，其余 10 类 IL18 均 ≤3.2%。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小鼠肺（Tabula Muris Senis 10x）：IL18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lung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肺泡巨噬 IL18 71.6% 全器官最高，CASP1 13.3%，参考层确认可测。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小鼠肝（Tabula Muris Senis 10x）：IL18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liver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肝细胞 IL18 11.2%、CASP1 0.34% 方向相符，但 IL18 未进最高三分位。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小鼠胰（小鼠胰岛图谱单细胞）：IL18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pancreas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胰岛 δ 细胞与胰导管细胞方向相符；人胰岛 δ 的 IL18 仅 0.17%。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小鼠脑（Yao 皮层+海马单细胞）：IL18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56.7%、CASP1 2/3766；小胶质 CASP1 1.83%，全脑最高。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小鼠脊髓（GSE103892 单核）：IL18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spina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CASP1 0/404，但参考层 RiboTag 分选脊髓星形胶质测到 Casp1。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1280160"/>
            <a:ext cx="10515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髓系细胞不满足筛选前提：两物种五器官 62 个「细胞类型 × 分层」中无一符合，IL18 检出率最高者同时也是 CASP1 检出率最高者。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2020824"/>
            <a:ext cx="10515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小鼠命中胶质：皮层与海马星形胶质 IL18 56.7%（2135/3766，40 供体）、CASP1 2/3766；少突胶质 27.3%、CASP1 2/8987。单核分层中星形胶质 CASP1 为 4.65%，不复现。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761488"/>
            <a:ext cx="10515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人命中皮层神经元亚类：PV 中间神经元 IL18 26.8%（5286/19711，78 供体）、CASP1 24/19711，另一 234 供体队列复现；L5 ET 三个分层 IL18 31.8%–43.3%。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502152"/>
            <a:ext cx="10515600" cy="356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两组命中不跨物种：人皮层星形胶质 IL18 4.8%，小鼠皮层 PV 中间神经元 Il18 2.2%。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977640"/>
            <a:ext cx="10515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脑外 7 个细胞类型方向符合，证据均为单一来源或存在分歧；最高者人肺肥大细胞 IL18 34.9%（1851/5299，44 供体）、CASP1 2.60%。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718304"/>
            <a:ext cx="10515600" cy="356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人肝与人脊髓白质各 11 类，无符合者。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193792"/>
            <a:ext cx="10515600" cy="356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 IL-18 转录本在人正常组织不被显著使用：GTEx v8 6792 个样本中占 0.09%。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6382512"/>
            <a:ext cx="10698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检出率为合并口径（原始计数 ≥1 的细胞数 ÷ 分析细胞数）。29 个分层，静息基线。完整判定见 results/answer_table.tsv。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限制与后续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1280160"/>
            <a:ext cx="10515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静息基线，未做环境 RNA 校正。CASP1 为可诱导基因，静息态近零不预测刺激后；CASP3 的 mRNA 不反映 caspase-3 酶活性，仅用于排除最低档。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2020824"/>
            <a:ext cx="10515600" cy="356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物种之间、数据集之间、单核与单细胞之间仅比较候选名单，不比较数值。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96312"/>
            <a:ext cx="10515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参考层覆盖不均：人肺 AT1 与人胰腺腺泡各 1 个参考来源，4 个细胞类型无来源，小鼠星形胶质 4 个。证据分级在相当程度上反映覆盖差异。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236976"/>
            <a:ext cx="10515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零值标尺：静息小鼠小胶质 Casp1 约 50–61 CPM、17% 细胞。阳性对照 L5a IT 锥体神经元 8.34 CPM（25 个文库中 24 个非零）。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977640"/>
            <a:ext cx="10515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小鼠星形胶质结论限皮层与海马：小脑 Bergmann 胶质 22.4 CPM、脊髓星形胶质 12.5–16.7 CPM 均测到 Casp1。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718304"/>
            <a:ext cx="10515600" cy="356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三分位与「CASP3 最低 20%」为工程取值：改用四分位后候选数由 17 降至 12。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193792"/>
            <a:ext cx="10515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待补测量：人肺肥大细胞、人肺 AT1、人胰腺腺泡各需一次原代分选后的 CASP1 定量；小鼠胰岛 δ 细胞需复核比值 5.64 的分歧来源。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2026-10-14T13:23:02Z</dcterms:created>
  <dcterms:modified xsi:type="dcterms:W3CDTF">2026-10-14T13:23:02Z</dcterms:modified>
</cp:coreProperties>
</file>