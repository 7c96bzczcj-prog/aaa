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哪些细胞 IL18 高且 CASP1 低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肺 肝 胰 脑 脊髓 · 静息基线 · 修订版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答案：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多源一致支持的是 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小鼠脑星形胶质与少突胶质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；潜在可能为 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人肺肥大细胞、人肺 AT1、小鼠胰岛 D(δ) 细胞与胰导管细胞</a:t>
            </a:r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。巨噬/小胶质等被排除，是因为 CASP1 在其中确实被检出，而非测不准。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该细胞类型中原始计数≥1 的细胞数 ÷ 该细胞类型的细胞总数（按供体取中位数）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分级答案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有支持（多源一致）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3429000" y="15087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星形胶质 / 少突胶质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+ CELLxGENE + Zhang 三源一致：Il18 明确存在而 Casp1 处于零底线（星形胶质 115.1 vs 1.13 FPKM）。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2491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潜在可能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2724912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肥大细胞 · 人肺 AT1 · 小鼠胰岛 D(δ) · 小鼠胰导管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 HPA IL18 331.5 为人肺最高、CASP1 11.1；AT1 被相对规则漏掉（IL18 排名 3/39 与 1/23）；δ 细胞有 FACS 分选证据（13.16 vs 0.016 RPKM）。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41064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CASP1 确实存在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3941064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小鼠肺泡巨噬 · 小鼠脑小胶质 · 人肺纤毛上皮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检出 74.7% 为最高，但 ImmGen 分选 Casp1=511（比值 4.7）。排除理由是 CASP1 被检出，不是测不准。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157216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方向相反，排除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5157216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 嗜碱粒细胞 · 人肺 树突状细胞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嗜碱参考层 CASP1 60–234 nTPM vs IL18 4.7–14.8，比值 0.085。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候选总览：IL18 检出率与证据级别</a:t>
            </a:r>
            <a:endParaRPr lang="en-US" sz="2500" dirty="0"/>
          </a:p>
        </p:txBody>
      </p:sp>
      <p:pic>
        <p:nvPicPr>
          <p:cNvPr id="3" name="Image 0" descr="/home/user/aaa/il18_casp5organ/figures/answer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2443" y="1188720"/>
            <a:ext cx="7264066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小鼠脑（单细胞）：胶质 IL18 可检、CASP1 处于零底线</a:t>
            </a:r>
            <a:endParaRPr lang="en-US" sz="2500" dirty="0"/>
          </a:p>
        </p:txBody>
      </p:sp>
      <p:pic>
        <p:nvPicPr>
          <p:cNvPr id="3" name="Image 0" descr="/home/user/aaa/il18_casp5organ/figures/mouse/brain_c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410878"/>
            <a:ext cx="10908792" cy="212768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点大小=检出率，颜色=log2(CPM+1)，三基因各自色标。astrocyte/oligodendrocyte 归入 glia 谱系。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必须注明的物种差异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级结论为小鼠特异，不可外推到人。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146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小鼠脑（Zhang 分选）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51460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Il18 115.1 / Casp1 1.13 FPKM（约 102 倍）；少突胶质 24.7 / 0.12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人脑（HPA 单核）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342900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 IL18 338.5 nCPM 压倒性最高，星形胶质仅 3.7、少突胶质 2.6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4340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含义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4343400"/>
            <a:ext cx="7955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人脑的「IL18 高」属于小胶质，而小胶质 CASP1 为 41.2 nCPM（比值 8.2），不满足前提。人脑中无对应的 A 级候选。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未校正：无 GPU、Census 源矩阵无空液滴；全部候选为待验证，对神经/胶质候选影响最大。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603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单核与单细胞不可混比；跨器官只比候选名单，跨物种不比表达量。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三分位、20% 下限与本次的 20 倍/3 倍比值分界均为工程取值，无生物学依据；完整排序值已输出可重切。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2976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 转录本 ≠ pro-IL-18 蛋白储量；CASP3 mRNA ≠ caspase-3 酶活性；静息基线不回答刺激后 CASP1 诱导。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2026-10-13T11:20:42Z</dcterms:created>
  <dcterms:modified xsi:type="dcterms:W3CDTF">2026-10-13T11:20:42Z</dcterms:modified>
</cp:coreProperties>
</file>