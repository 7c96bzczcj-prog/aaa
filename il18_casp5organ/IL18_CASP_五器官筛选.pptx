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查阅的数据库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17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 / 单核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17320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 LTS 2025-11-08（29 个分层）· Allen Human Variation Study · SEA-AD · PsychAD · Tabula Muris Senis · Tabula Sapiens · HLCA · CellRef · GEO GSE103892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500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2350008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ImmGen（RNA-seq + 微阵列）· brainrnaseq/Zhang · Pressl 2024 sFANS 分选核 · Allen Human Cortex SMART-seq · RiboTag / TRAP 系列 · LCM 分选 · 多套 GEO FACS 分选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826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282696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· Human Protein Atlas v25（RNA + IHC 蛋白）· Monaco 2019 · Haemopedia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1538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215384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Snaptron（recount3 / SRA / GTEx v8）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480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基因模型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5148072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Ensembl REST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6455" y="1051560"/>
            <a:ext cx="903604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实心点 = IL18，空心点 = CASP1。同一细胞类型在多个数据集重复时取供体最多的一套。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人肺（HLCA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肥大细胞是人肺唯一两项都成立的一档；IL18 最高的三类 CASP1 同样高。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人肝（Guilliams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类无一符合。肝的 IL18 集中在髓系，而髓系的 CASP1 最高。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人胰（48 供体胰岛单细胞）：IL18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胰腺腺泡细胞 IL18 30.3%、CASP1 3.45%，人胰唯一方向相符者。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人脑（Allen HVS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PV 与 L5 ET 的 CASP1 近零，CASP3 为 27.9% 与 34.3%，不在最低档。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人脊髓（颈段白质单核）：IL18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 IL18 52.3% 但 CASP1 11.8%，其余 10 类 IL18 均 ≤3.2%。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71.6% 全器官最高，CASP1 13.3%，参考层确认可测。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小鼠肝（Tabula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肝细胞 IL18 11.2%、CASP1 0.34% 方向相符，但 IL18 未进最高三分位。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小鼠胰（小鼠胰岛图谱单细胞）：IL18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胰岛 δ 细胞与胰导管细胞方向相符；人胰岛 δ 的 IL18 仅 0.17%。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小鼠脑（Yao 皮层+海马单细胞）：IL18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56.7%、CASP1 2/3766；小胶质 CASP1 1.83%，全脑最高。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小鼠脊髓（GSE103892 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CASP1 0/404，但参考层 RiboTag 分选脊髓星形胶质测到 Casp1。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9184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符合「IL18 高 + CASP1 低」的细胞类型，按参考层支持由强到弱。支持 / 分歧 = 参考层中显示 CASP1 近零 / 可测的独立来源数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52144"/>
          <a:ext cx="10908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063240"/>
                <a:gridCol w="2194560"/>
                <a:gridCol w="2194560"/>
                <a:gridCol w="667512"/>
                <a:gridCol w="685800"/>
                <a:gridCol w="685800"/>
              </a:tblGrid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物种 · 器官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检出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检出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星形胶质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56.7%　2135/3766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0.05%　2/3766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胰岛 D(δ) 细胞 ×2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11.3%　842/7468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0.08%　6/7468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27.3%　2452/8987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　2/8987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L5 ET 投射神经元 ×3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36.4%　890/2443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　5/2443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PV 中间神经元 ×2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24.9%　9484/38028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0.14%　52/38028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枝形 PV 中间神经元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21.5%　294/1367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0.07%　1/1367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肥大细胞 ×2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34.9%　1851/5299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2.60%　138/5299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AT1 肺泡上皮 ×3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28.2%　2473/8756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4.25%　372/8756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胰导管细胞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13.2%　256/1947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0.10%　2/1947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CGE 源中间神经元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12.1%　618/5096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　10/5096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胰腺腺泡细胞 ×2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10.8%　1486/13747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0.25%　34/13747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血管软脑膜细胞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32.9%　1097/3330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0.75%　25/3330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肝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巨核红系祖细胞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23.6%　718/3049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3.71%　113/3049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肺泡外膜成纤维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16.1%　159/987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5.17%　51/987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Cajal-Retzius 神经元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12.5%　17/136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　0/136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2414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明确阴性：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 62 个「细胞类型 × 分层」0 个符合；人肝 11 类、人脊髓白质 11 类 0 个符合；短 IL-18 转录本占 GTEx v8 6792 个样本的 0.09%。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7161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物种不互通：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人皮层星形胶质 IL18 4.8%（782/16319）；小鼠皮层 PV 中间神经元 Casp1 同样近零，但 Il18 仅 2.2%（684/30434）。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检出率为合并口径（原始计数 ≥1 的细胞数 ÷ 分析细胞数）。同一细胞类型见于多个分层时取供体最多者，×n 为分层数。静息基线，未做环境 RNA 校正。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2026-10-14T13:30:28Z</dcterms:created>
  <dcterms:modified xsi:type="dcterms:W3CDTF">2026-10-14T13:30:28Z</dcterms:modified>
</cp:coreProperties>
</file>