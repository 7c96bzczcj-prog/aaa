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查阅的数据库（一）：单细胞 / 单核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单细胞 / 单核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2788920" y="1234440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Discover（Census LTS 2025-11-08）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7726680" y="1234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Nucleic Acids Res. 2025 Jan 6;53(D1):D886-D900.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501445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Human Variation Study（人皮层单细胞）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501445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Science. 2023 Oct 13;382(6667):eadf2359.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1768450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SEA-AD（MTG / DLPFC 单核）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76845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 Neurosci. 2024 Dec;27(12):2366-2383.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03545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PsychAD（人前额叶单核）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726680" y="203545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Nature. 2026 Sep;657(8133):1003-1015.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302459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Siletti 人脑细胞图谱（MTG、脊髓）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02459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Science. 2023 Oct 13;382(6667):eadd7046.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56946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Yao 小鼠全脑图谱（皮层+海马）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256946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Nature. 2023 Dec;624(7991):317-332.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788920" y="2836469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 Lung Cell Atlas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836469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 Med. 2023 Jun;29(6):1563-1577.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788920" y="310347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LungMAP CellRef（人肺参考）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0347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 Commun. 2023 Jul 29;14(1):4566.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3370478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Guilliams 人肝图谱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337047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Cell. 2022 Jan 20;185(2):379-396.e38.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788920" y="3637483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Tabula Sapiens（人全器官）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3637483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Science. 2022 May 13;376(6594):eabl4896.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2788920" y="3904488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Tabula Muris Senis（小鼠全器官）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726680" y="390448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Nature. 2020 Jul;583(7817):590-595.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788920" y="4171493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人胰岛多组学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726680" y="4171493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 Metab. 2022 Feb;4(2):284-299.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2788920" y="4438498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小鼠胰岛跨物种图谱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443849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Mol Metab. 2022 Dec;66:101595.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2788920" y="4705502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人颈段脊髓白质单核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470550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Acta Neuropathol Commun. 2023 May 22;11(1):84.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2788920" y="4972507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小鼠腰段脊髓单核（GSE103892）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4972507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Cell Rep. 2018 Feb 20;22(8):2216-2225.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63825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本筛选从 CELLxGENE Census 取 29 个分层。全部引文经 NCBI E-utilities 逐条核对。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查阅的数据库（二）：参考层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分选 / 纯化 bulk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2788920" y="1234440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ImmGen（小鼠免疫细胞，GSE109125）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7726680" y="1234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Cell. 2019 Feb 7;176(4):897-912.e20.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501445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brainrnaseq 小鼠皮层分选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501445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Neurosci. 2014 Sep 3;34(36):11929-47.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1768450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brainrnaseq 人星形胶质分选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76845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Neuron. 2016 Jan 6;89(1):37-53.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03545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Pressl sFANS 分选核（人皮层 L5a）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726680" y="203545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Neuron. 2024 Mar 20;112(6):924-941.e10.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302459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人皮层 SMART-seq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02459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Nature. 2019 Sep;573(7772):61-68.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7249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bulk / 蛋白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2724912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7249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Science. 2020 Sep 11;369(6509):1318-1330.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2991917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 Protein Atlas（RNA + IHC 蛋白）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991917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Science. 2015 Jan 23;347(6220):1260419.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788920" y="3258922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Monaco 人免疫细胞绝对定量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25892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Cell Rep. 2019 Feb 5;26(6):1627-1640.e7.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788920" y="3525926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Haemopedia（造血谱系）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352592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Nucleic Acids Res. 2019 Jan 8;47(D1):D780-D785.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3948379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剪接连接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788920" y="3948379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Snaptron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726680" y="3948379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Bioinformatics. 2018 Jan 1;34(1):114-116.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788920" y="421538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recount3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726680" y="42153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Genome Biol. 2021 Nov 29;22(1):323.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637837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基因模型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788920" y="4637837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Ensembl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4637837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3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Nucleic Acids Res. 2025 Jan 6;53(D1):D948-D957.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63825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统一参考表 1714 行，每条带来源、单位、状态与匹配质量标注。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6455" y="1051560"/>
            <a:ext cx="903604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实心点 = IL18，空心点 = CASP1。同一细胞类型在多个数据集重复时取供体最多的一套。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人肺（HLCA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肥大细胞是人肺唯一两项都成立的一档；IL18 最高的三类 CASP1 同样高。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人肝（Guilliams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类无一符合。肝的 IL18 集中在髓系，而髓系的 CASP1 最高。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人胰（48 供体胰岛单细胞）：IL18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胰腺腺泡细胞 IL18 30.3%、CASP1 3.45%，人胰唯一方向相符者。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人脑（Allen HVS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PV 与 L5 ET 的 CASP1 近零，CASP3 为 27.9% 与 34.3%，不在最低档。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人脊髓（颈段白质单核）：IL18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 IL18 52.3% 但 CASP1 11.8%，其余 10 类 IL18 均 ≤3.2%。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71.6% 全器官最高，CASP1 13.3%，参考层确认可测。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小鼠肝（Tabula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肝细胞 IL18 11.2%、CASP1 0.34% 方向相符，但 IL18 未进最高三分位。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小鼠胰（小鼠胰岛图谱单细胞）：IL18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胰岛 δ 细胞与胰导管细胞方向相符；人胰岛 δ 的 IL18 仅 0.17%。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小鼠脑（Yao 皮层+海马单细胞）：IL18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56.7%、CASP1 2/3766；小胶质 CASP1 1.83%，全脑最高。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小鼠脊髓（GSE103892 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CASP1 0/404，但参考层 RiboTag 分选脊髓星形胶质测到 Casp1。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9184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符合「IL18 高 + CASP1 低」的细胞类型，按参考层支持由强到弱。支持 / 分歧 = 参考层中显示 CASP1 近零 / 可测的独立来源数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52144"/>
          <a:ext cx="10908792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487168"/>
                <a:gridCol w="1956816"/>
                <a:gridCol w="1956816"/>
                <a:gridCol w="1956816"/>
                <a:gridCol w="502920"/>
                <a:gridCol w="420624"/>
                <a:gridCol w="365760"/>
              </a:tblGrid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物种 · 器官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IL18 检出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CASP1 检出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CASP3 检出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星形胶质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56.7%　2135/3766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0.05%　2/3766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2.73%　103/3766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胰岛 D(δ) 细胞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11.3%　842/7468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0.08%　6/7468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19.3%　1438/7468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27.3%　2452/8987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0.02%　2/8987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6.83%　614/8987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L5 ET 投射神经元 ×3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36.4%　890/2443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　5/2443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60.8%　1486/2443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PV 中间神经元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24.9%　9484/38028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0.14%　52/38028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31.7%　12052/38028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枝形 PV 中间神经元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21.5%　294/1367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0.07%　1/1367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21.6%　295/1367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肥大细胞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34.9%　1851/5299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2.60%　138/5299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5.89%　312/5299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AT1 肺泡上皮 ×3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28.2%　2473/8756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4.25%　372/8756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3.42%　299/8756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胰导管细胞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13.2%　256/1947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0.10%　2/1947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25.5%　497/1947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CGE 源中间神经元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12.1%　618/5096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　10/5096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　1320/5096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胰腺腺泡细胞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10.8%　1486/13747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0.25%　34/13747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16.1%　2219/13747  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血管软脑膜细胞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32.9%　1097/3330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0.75%　25/3330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7.54%　251/3330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巨核红系祖细胞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23.6%　718/3049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3.71%　113/3049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40.4%　1232/3049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肺泡外膜成纤维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16.1%　159/987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5.17%　51/987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8.51%　84/987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Cajal-Retzius 神经元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12.5%　17/136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　0/136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35.3%　48/136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2414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明确阴性：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髓系 62 个「细胞类型 × 分层」0 个符合；人肝 11 类、人脊髓白质 11 类 0 个符合；短 IL-18 转录本占 GTEx v8 6792 个样本的 0.09%。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7161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物种不互通：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人皮层星形胶质 IL18 4.8%（782/16319）；小鼠皮层 PV 中间神经元 Casp1 同样近零，但 Il18 仅 2.2%（684/30434）。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检出率为合并口径（原始计数 ≥1 的细胞数 ÷ 分析细胞数）。同一细胞类型见于多个分层时取供体最多者，×n 为分层数。CASP3 不参与候选定义，仅用于排除分层内最低档，▽ 为处于该分层 CASP3 最低档者。静息基线，未做环境 RNA 校正。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2026-10-14T13:44:37Z</dcterms:created>
  <dcterms:modified xsi:type="dcterms:W3CDTF">2026-10-14T13:44:37Z</dcterms:modified>
</cp:coreProperties>
</file>